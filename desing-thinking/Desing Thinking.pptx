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9" r:id="rId1"/>
    <p:sldMasterId id="2147483704" r:id="rId2"/>
  </p:sldMasterIdLst>
  <p:notesMasterIdLst>
    <p:notesMasterId r:id="rId22"/>
  </p:notesMasterIdLst>
  <p:sldIdLst>
    <p:sldId id="714" r:id="rId3"/>
    <p:sldId id="268" r:id="rId4"/>
    <p:sldId id="269" r:id="rId5"/>
    <p:sldId id="270" r:id="rId6"/>
    <p:sldId id="271" r:id="rId7"/>
    <p:sldId id="272" r:id="rId8"/>
    <p:sldId id="998" r:id="rId9"/>
    <p:sldId id="262" r:id="rId10"/>
    <p:sldId id="263" r:id="rId11"/>
    <p:sldId id="265" r:id="rId12"/>
    <p:sldId id="266" r:id="rId13"/>
    <p:sldId id="283" r:id="rId14"/>
    <p:sldId id="258" r:id="rId15"/>
    <p:sldId id="259" r:id="rId16"/>
    <p:sldId id="286" r:id="rId17"/>
    <p:sldId id="288" r:id="rId18"/>
    <p:sldId id="289" r:id="rId19"/>
    <p:sldId id="290" r:id="rId20"/>
    <p:sldId id="997" r:id="rId21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52" userDrawn="1">
          <p15:clr>
            <a:srgbClr val="A4A3A4"/>
          </p15:clr>
        </p15:guide>
        <p15:guide id="2" pos="2424" userDrawn="1">
          <p15:clr>
            <a:srgbClr val="A4A3A4"/>
          </p15:clr>
        </p15:guide>
        <p15:guide id="3" orient="horz" pos="2400" userDrawn="1">
          <p15:clr>
            <a:srgbClr val="A4A3A4"/>
          </p15:clr>
        </p15:guide>
        <p15:guide id="4" pos="504" userDrawn="1">
          <p15:clr>
            <a:srgbClr val="A4A3A4"/>
          </p15:clr>
        </p15:guide>
        <p15:guide id="5" orient="horz" pos="1896" userDrawn="1">
          <p15:clr>
            <a:srgbClr val="A4A3A4"/>
          </p15:clr>
        </p15:guide>
        <p15:guide id="6" pos="2280" userDrawn="1">
          <p15:clr>
            <a:srgbClr val="A4A3A4"/>
          </p15:clr>
        </p15:guide>
        <p15:guide id="7" pos="2979" userDrawn="1">
          <p15:clr>
            <a:srgbClr val="A4A3A4"/>
          </p15:clr>
        </p15:guide>
        <p15:guide id="8" pos="3127" userDrawn="1">
          <p15:clr>
            <a:srgbClr val="A4A3A4"/>
          </p15:clr>
        </p15:guide>
        <p15:guide id="9" pos="3490" userDrawn="1">
          <p15:clr>
            <a:srgbClr val="A4A3A4"/>
          </p15:clr>
        </p15:guide>
        <p15:guide id="10" pos="4838" userDrawn="1">
          <p15:clr>
            <a:srgbClr val="A4A3A4"/>
          </p15:clr>
        </p15:guide>
        <p15:guide id="11" pos="5365" userDrawn="1">
          <p15:clr>
            <a:srgbClr val="A4A3A4"/>
          </p15:clr>
        </p15:guide>
        <p15:guide id="12" pos="5521" userDrawn="1">
          <p15:clr>
            <a:srgbClr val="A4A3A4"/>
          </p15:clr>
        </p15:guide>
        <p15:guide id="13" pos="6097" userDrawn="1">
          <p15:clr>
            <a:srgbClr val="A4A3A4"/>
          </p15:clr>
        </p15:guide>
        <p15:guide id="14" pos="6237" userDrawn="1">
          <p15:clr>
            <a:srgbClr val="A4A3A4"/>
          </p15:clr>
        </p15:guide>
        <p15:guide id="15" orient="horz" userDrawn="1">
          <p15:clr>
            <a:srgbClr val="A4A3A4"/>
          </p15:clr>
        </p15:guide>
        <p15:guide id="16" orient="horz" pos="4296" userDrawn="1">
          <p15:clr>
            <a:srgbClr val="A4A3A4"/>
          </p15:clr>
        </p15:guide>
        <p15:guide id="17" orient="horz" pos="4080" userDrawn="1">
          <p15:clr>
            <a:srgbClr val="A4A3A4"/>
          </p15:clr>
        </p15:guide>
        <p15:guide id="19" orient="horz" pos="3094" userDrawn="1">
          <p15:clr>
            <a:srgbClr val="A4A3A4"/>
          </p15:clr>
        </p15:guide>
        <p15:guide id="20" orient="horz" pos="3259" userDrawn="1">
          <p15:clr>
            <a:srgbClr val="A4A3A4"/>
          </p15:clr>
        </p15:guide>
        <p15:guide id="21" orient="horz" pos="3390" userDrawn="1">
          <p15:clr>
            <a:srgbClr val="A4A3A4"/>
          </p15:clr>
        </p15:guide>
        <p15:guide id="22" orient="horz" pos="696" userDrawn="1">
          <p15:clr>
            <a:srgbClr val="A4A3A4"/>
          </p15:clr>
        </p15:guide>
        <p15:guide id="23" orient="horz" pos="4224" userDrawn="1">
          <p15:clr>
            <a:srgbClr val="A4A3A4"/>
          </p15:clr>
        </p15:guide>
        <p15:guide id="24" orient="horz" pos="3936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iq Wyne" initials="FW" lastIdx="1" clrIdx="0"/>
  <p:cmAuthor id="2" name="Abdurrehman Abid" initials="AA" lastIdx="1" clrIdx="1"/>
  <p:cmAuthor id="3" name="Usman Munir Pasha" initials="UMP" lastIdx="1" clrIdx="2">
    <p:extLst>
      <p:ext uri="{19B8F6BF-5375-455C-9EA6-DF929625EA0E}">
        <p15:presenceInfo xmlns:p15="http://schemas.microsoft.com/office/powerpoint/2012/main" userId="S::usman.pasha@systemsltd.com::03b45075-a4f2-443f-8d97-759537718b18" providerId="AD"/>
      </p:ext>
    </p:extLst>
  </p:cmAuthor>
  <p:cmAuthor id="4" name="Asad Mahmood" initials="AM" lastIdx="1" clrIdx="3">
    <p:extLst>
      <p:ext uri="{19B8F6BF-5375-455C-9EA6-DF929625EA0E}">
        <p15:presenceInfo xmlns:p15="http://schemas.microsoft.com/office/powerpoint/2012/main" userId="Asad Mahmood" providerId="None"/>
      </p:ext>
    </p:extLst>
  </p:cmAuthor>
  <p:cmAuthor id="5" name="Ahmed Samnan" initials="AS" lastIdx="1" clrIdx="4">
    <p:extLst>
      <p:ext uri="{19B8F6BF-5375-455C-9EA6-DF929625EA0E}">
        <p15:presenceInfo xmlns:p15="http://schemas.microsoft.com/office/powerpoint/2012/main" userId="S::ahmed.samnan@visionetsystems.com::1fb4b772-3cf8-4fbf-a10c-1d5d6f2d36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9F9"/>
    <a:srgbClr val="1F4E79"/>
    <a:srgbClr val="F9C1A7"/>
    <a:srgbClr val="B9D4EC"/>
    <a:srgbClr val="B4DE86"/>
    <a:srgbClr val="ADDB7B"/>
    <a:srgbClr val="ABB0CE"/>
    <a:srgbClr val="1C987A"/>
    <a:srgbClr val="FFDA6F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>
      <p:cViewPr varScale="1">
        <p:scale>
          <a:sx n="103" d="100"/>
          <a:sy n="103" d="100"/>
        </p:scale>
        <p:origin x="792" y="102"/>
      </p:cViewPr>
      <p:guideLst>
        <p:guide orient="horz" pos="552"/>
        <p:guide pos="2424"/>
        <p:guide orient="horz" pos="2400"/>
        <p:guide pos="504"/>
        <p:guide orient="horz" pos="1896"/>
        <p:guide pos="2280"/>
        <p:guide pos="2979"/>
        <p:guide pos="3127"/>
        <p:guide pos="3490"/>
        <p:guide pos="4838"/>
        <p:guide pos="5365"/>
        <p:guide pos="5521"/>
        <p:guide pos="6097"/>
        <p:guide pos="6237"/>
        <p:guide orient="horz"/>
        <p:guide orient="horz" pos="4296"/>
        <p:guide orient="horz" pos="4080"/>
        <p:guide orient="horz" pos="3094"/>
        <p:guide orient="horz" pos="3259"/>
        <p:guide orient="horz" pos="3390"/>
        <p:guide orient="horz" pos="696"/>
        <p:guide orient="horz" pos="4224"/>
        <p:guide orient="horz" pos="39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commentAuthors" Target="commentAuthor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A27D8A-1D6A-D24F-AE85-7635A2A08475}" type="doc">
      <dgm:prSet loTypeId="urn:microsoft.com/office/officeart/2005/8/layout/pyramid1" loCatId="" qsTypeId="urn:microsoft.com/office/officeart/2005/8/quickstyle/simple1" qsCatId="simple" csTypeId="urn:microsoft.com/office/officeart/2005/8/colors/accent1_2" csCatId="accent1" phldr="1"/>
      <dgm:spPr/>
    </dgm:pt>
    <dgm:pt modelId="{318AA387-B47D-754D-A8AE-2FBA616440FB}">
      <dgm:prSet phldrT="[Text]" custT="1"/>
      <dgm:spPr>
        <a:solidFill>
          <a:srgbClr val="E26856"/>
        </a:solidFill>
      </dgm:spPr>
      <dgm:t>
        <a:bodyPr/>
        <a:lstStyle/>
        <a:p>
          <a:endParaRPr lang="en-GB" sz="2000">
            <a:solidFill>
              <a:schemeClr val="bg1"/>
            </a:solidFill>
          </a:endParaRPr>
        </a:p>
        <a:p>
          <a:endParaRPr lang="en-GB" sz="2000">
            <a:solidFill>
              <a:schemeClr val="bg1"/>
            </a:solidFill>
          </a:endParaRPr>
        </a:p>
      </dgm:t>
    </dgm:pt>
    <dgm:pt modelId="{4D030DF0-FABE-F64C-8583-8D5887ED9992}" type="parTrans" cxnId="{3F08EBDD-E52D-DC41-AE16-FB0C921F2094}">
      <dgm:prSet/>
      <dgm:spPr/>
      <dgm:t>
        <a:bodyPr/>
        <a:lstStyle/>
        <a:p>
          <a:endParaRPr lang="en-GB"/>
        </a:p>
      </dgm:t>
    </dgm:pt>
    <dgm:pt modelId="{F5C11F2C-962A-F54E-A9D0-500D6419483C}" type="sibTrans" cxnId="{3F08EBDD-E52D-DC41-AE16-FB0C921F2094}">
      <dgm:prSet/>
      <dgm:spPr/>
      <dgm:t>
        <a:bodyPr/>
        <a:lstStyle/>
        <a:p>
          <a:endParaRPr lang="en-GB"/>
        </a:p>
      </dgm:t>
    </dgm:pt>
    <dgm:pt modelId="{66F31361-ED89-D045-8822-9A53538E87F5}">
      <dgm:prSet phldrT="[Text]" custT="1"/>
      <dgm:spPr>
        <a:solidFill>
          <a:srgbClr val="1D987A"/>
        </a:solidFill>
      </dgm:spPr>
      <dgm:t>
        <a:bodyPr/>
        <a:lstStyle/>
        <a:p>
          <a:endParaRPr lang="en-GB" sz="2000">
            <a:solidFill>
              <a:schemeClr val="bg1"/>
            </a:solidFill>
          </a:endParaRPr>
        </a:p>
      </dgm:t>
    </dgm:pt>
    <dgm:pt modelId="{30674A93-E229-1F48-AC15-C5EF7FF345BF}" type="parTrans" cxnId="{4AE66175-A77B-7D4A-90EE-28D51F059319}">
      <dgm:prSet/>
      <dgm:spPr/>
      <dgm:t>
        <a:bodyPr/>
        <a:lstStyle/>
        <a:p>
          <a:endParaRPr lang="en-GB"/>
        </a:p>
      </dgm:t>
    </dgm:pt>
    <dgm:pt modelId="{714625DC-76E8-794C-8F37-996129A1F86A}" type="sibTrans" cxnId="{4AE66175-A77B-7D4A-90EE-28D51F059319}">
      <dgm:prSet/>
      <dgm:spPr/>
      <dgm:t>
        <a:bodyPr/>
        <a:lstStyle/>
        <a:p>
          <a:endParaRPr lang="en-GB"/>
        </a:p>
      </dgm:t>
    </dgm:pt>
    <dgm:pt modelId="{201E702A-C5EC-5044-ACC6-3735876ED1A4}">
      <dgm:prSet phldrT="[Text]" custT="1"/>
      <dgm:spPr>
        <a:solidFill>
          <a:srgbClr val="4883BB"/>
        </a:solidFill>
      </dgm:spPr>
      <dgm:t>
        <a:bodyPr/>
        <a:lstStyle/>
        <a:p>
          <a:endParaRPr lang="en-GB" sz="2000">
            <a:solidFill>
              <a:schemeClr val="bg1"/>
            </a:solidFill>
          </a:endParaRPr>
        </a:p>
      </dgm:t>
    </dgm:pt>
    <dgm:pt modelId="{8240F40C-4C48-064E-B98C-5818F416E0DD}" type="parTrans" cxnId="{99002138-0C3D-AA48-932F-317855E41DC6}">
      <dgm:prSet/>
      <dgm:spPr/>
      <dgm:t>
        <a:bodyPr/>
        <a:lstStyle/>
        <a:p>
          <a:endParaRPr lang="en-GB"/>
        </a:p>
      </dgm:t>
    </dgm:pt>
    <dgm:pt modelId="{282C4800-BEC5-8D44-B55D-9FADA01ABD8D}" type="sibTrans" cxnId="{99002138-0C3D-AA48-932F-317855E41DC6}">
      <dgm:prSet/>
      <dgm:spPr/>
      <dgm:t>
        <a:bodyPr/>
        <a:lstStyle/>
        <a:p>
          <a:endParaRPr lang="en-GB"/>
        </a:p>
      </dgm:t>
    </dgm:pt>
    <dgm:pt modelId="{6FA57147-55B6-9240-A9C3-A4DB848ABF8F}" type="pres">
      <dgm:prSet presAssocID="{D0A27D8A-1D6A-D24F-AE85-7635A2A08475}" presName="Name0" presStyleCnt="0">
        <dgm:presLayoutVars>
          <dgm:dir/>
          <dgm:animLvl val="lvl"/>
          <dgm:resizeHandles val="exact"/>
        </dgm:presLayoutVars>
      </dgm:prSet>
      <dgm:spPr/>
    </dgm:pt>
    <dgm:pt modelId="{B76F9AD5-7A72-9E4C-924F-A355951CE969}" type="pres">
      <dgm:prSet presAssocID="{318AA387-B47D-754D-A8AE-2FBA616440FB}" presName="Name8" presStyleCnt="0"/>
      <dgm:spPr/>
    </dgm:pt>
    <dgm:pt modelId="{061766C2-4FD9-6747-AB8E-472FF1FD3B88}" type="pres">
      <dgm:prSet presAssocID="{318AA387-B47D-754D-A8AE-2FBA616440FB}" presName="level" presStyleLbl="node1" presStyleIdx="0" presStyleCnt="3">
        <dgm:presLayoutVars>
          <dgm:chMax val="1"/>
          <dgm:bulletEnabled val="1"/>
        </dgm:presLayoutVars>
      </dgm:prSet>
      <dgm:spPr/>
    </dgm:pt>
    <dgm:pt modelId="{A1FC77E8-DE48-8944-85E6-5CC9F4D1D451}" type="pres">
      <dgm:prSet presAssocID="{318AA387-B47D-754D-A8AE-2FBA616440F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16E4105-A297-E049-ACA5-98498F07CB12}" type="pres">
      <dgm:prSet presAssocID="{66F31361-ED89-D045-8822-9A53538E87F5}" presName="Name8" presStyleCnt="0"/>
      <dgm:spPr/>
    </dgm:pt>
    <dgm:pt modelId="{27AFCBBF-2BA4-D246-A73E-66CEC79DA8A6}" type="pres">
      <dgm:prSet presAssocID="{66F31361-ED89-D045-8822-9A53538E87F5}" presName="level" presStyleLbl="node1" presStyleIdx="1" presStyleCnt="3">
        <dgm:presLayoutVars>
          <dgm:chMax val="1"/>
          <dgm:bulletEnabled val="1"/>
        </dgm:presLayoutVars>
      </dgm:prSet>
      <dgm:spPr/>
    </dgm:pt>
    <dgm:pt modelId="{9647F9BB-A01F-7249-AE96-532F380FD6D0}" type="pres">
      <dgm:prSet presAssocID="{66F31361-ED89-D045-8822-9A53538E87F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4772A82-6B20-1B42-B214-534CD4653AB2}" type="pres">
      <dgm:prSet presAssocID="{201E702A-C5EC-5044-ACC6-3735876ED1A4}" presName="Name8" presStyleCnt="0"/>
      <dgm:spPr/>
    </dgm:pt>
    <dgm:pt modelId="{3E6C0C77-0409-374A-B28C-729D8D36D34C}" type="pres">
      <dgm:prSet presAssocID="{201E702A-C5EC-5044-ACC6-3735876ED1A4}" presName="level" presStyleLbl="node1" presStyleIdx="2" presStyleCnt="3">
        <dgm:presLayoutVars>
          <dgm:chMax val="1"/>
          <dgm:bulletEnabled val="1"/>
        </dgm:presLayoutVars>
      </dgm:prSet>
      <dgm:spPr/>
    </dgm:pt>
    <dgm:pt modelId="{07918AAA-59A6-7C43-B93C-FD6F035F1AF2}" type="pres">
      <dgm:prSet presAssocID="{201E702A-C5EC-5044-ACC6-3735876ED1A4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99002138-0C3D-AA48-932F-317855E41DC6}" srcId="{D0A27D8A-1D6A-D24F-AE85-7635A2A08475}" destId="{201E702A-C5EC-5044-ACC6-3735876ED1A4}" srcOrd="2" destOrd="0" parTransId="{8240F40C-4C48-064E-B98C-5818F416E0DD}" sibTransId="{282C4800-BEC5-8D44-B55D-9FADA01ABD8D}"/>
    <dgm:cxn modelId="{4AE66175-A77B-7D4A-90EE-28D51F059319}" srcId="{D0A27D8A-1D6A-D24F-AE85-7635A2A08475}" destId="{66F31361-ED89-D045-8822-9A53538E87F5}" srcOrd="1" destOrd="0" parTransId="{30674A93-E229-1F48-AC15-C5EF7FF345BF}" sibTransId="{714625DC-76E8-794C-8F37-996129A1F86A}"/>
    <dgm:cxn modelId="{5D387585-ECD0-934A-BDB1-B8E0C131210C}" type="presOf" srcId="{66F31361-ED89-D045-8822-9A53538E87F5}" destId="{27AFCBBF-2BA4-D246-A73E-66CEC79DA8A6}" srcOrd="0" destOrd="0" presId="urn:microsoft.com/office/officeart/2005/8/layout/pyramid1"/>
    <dgm:cxn modelId="{16F06F95-5CF4-1F43-A420-09AF7C220E0F}" type="presOf" srcId="{318AA387-B47D-754D-A8AE-2FBA616440FB}" destId="{A1FC77E8-DE48-8944-85E6-5CC9F4D1D451}" srcOrd="1" destOrd="0" presId="urn:microsoft.com/office/officeart/2005/8/layout/pyramid1"/>
    <dgm:cxn modelId="{8364FFAC-96B9-E34D-A397-121BD168E61A}" type="presOf" srcId="{66F31361-ED89-D045-8822-9A53538E87F5}" destId="{9647F9BB-A01F-7249-AE96-532F380FD6D0}" srcOrd="1" destOrd="0" presId="urn:microsoft.com/office/officeart/2005/8/layout/pyramid1"/>
    <dgm:cxn modelId="{C8416DD3-A6CD-084E-A946-32842B5941ED}" type="presOf" srcId="{201E702A-C5EC-5044-ACC6-3735876ED1A4}" destId="{3E6C0C77-0409-374A-B28C-729D8D36D34C}" srcOrd="0" destOrd="0" presId="urn:microsoft.com/office/officeart/2005/8/layout/pyramid1"/>
    <dgm:cxn modelId="{F03DDAD6-4D6B-A147-A3DC-327E1F75B16F}" type="presOf" srcId="{318AA387-B47D-754D-A8AE-2FBA616440FB}" destId="{061766C2-4FD9-6747-AB8E-472FF1FD3B88}" srcOrd="0" destOrd="0" presId="urn:microsoft.com/office/officeart/2005/8/layout/pyramid1"/>
    <dgm:cxn modelId="{3F08EBDD-E52D-DC41-AE16-FB0C921F2094}" srcId="{D0A27D8A-1D6A-D24F-AE85-7635A2A08475}" destId="{318AA387-B47D-754D-A8AE-2FBA616440FB}" srcOrd="0" destOrd="0" parTransId="{4D030DF0-FABE-F64C-8583-8D5887ED9992}" sibTransId="{F5C11F2C-962A-F54E-A9D0-500D6419483C}"/>
    <dgm:cxn modelId="{1E58D8F0-E03D-DC47-B567-B34BC628F503}" type="presOf" srcId="{201E702A-C5EC-5044-ACC6-3735876ED1A4}" destId="{07918AAA-59A6-7C43-B93C-FD6F035F1AF2}" srcOrd="1" destOrd="0" presId="urn:microsoft.com/office/officeart/2005/8/layout/pyramid1"/>
    <dgm:cxn modelId="{8D6BF1F3-C71F-0A41-83DC-6C14F4712A9B}" type="presOf" srcId="{D0A27D8A-1D6A-D24F-AE85-7635A2A08475}" destId="{6FA57147-55B6-9240-A9C3-A4DB848ABF8F}" srcOrd="0" destOrd="0" presId="urn:microsoft.com/office/officeart/2005/8/layout/pyramid1"/>
    <dgm:cxn modelId="{0540467F-C8C3-7942-98C9-4F2F4075D544}" type="presParOf" srcId="{6FA57147-55B6-9240-A9C3-A4DB848ABF8F}" destId="{B76F9AD5-7A72-9E4C-924F-A355951CE969}" srcOrd="0" destOrd="0" presId="urn:microsoft.com/office/officeart/2005/8/layout/pyramid1"/>
    <dgm:cxn modelId="{A177F721-B552-6A49-899B-601C6B74616F}" type="presParOf" srcId="{B76F9AD5-7A72-9E4C-924F-A355951CE969}" destId="{061766C2-4FD9-6747-AB8E-472FF1FD3B88}" srcOrd="0" destOrd="0" presId="urn:microsoft.com/office/officeart/2005/8/layout/pyramid1"/>
    <dgm:cxn modelId="{6923C2F3-ED2A-464E-B6A2-8E3ABDC50122}" type="presParOf" srcId="{B76F9AD5-7A72-9E4C-924F-A355951CE969}" destId="{A1FC77E8-DE48-8944-85E6-5CC9F4D1D451}" srcOrd="1" destOrd="0" presId="urn:microsoft.com/office/officeart/2005/8/layout/pyramid1"/>
    <dgm:cxn modelId="{837102BB-5E68-AC4C-92E2-7CBB60D34D64}" type="presParOf" srcId="{6FA57147-55B6-9240-A9C3-A4DB848ABF8F}" destId="{616E4105-A297-E049-ACA5-98498F07CB12}" srcOrd="1" destOrd="0" presId="urn:microsoft.com/office/officeart/2005/8/layout/pyramid1"/>
    <dgm:cxn modelId="{A1715592-C25D-9144-900B-E5454E7C1A33}" type="presParOf" srcId="{616E4105-A297-E049-ACA5-98498F07CB12}" destId="{27AFCBBF-2BA4-D246-A73E-66CEC79DA8A6}" srcOrd="0" destOrd="0" presId="urn:microsoft.com/office/officeart/2005/8/layout/pyramid1"/>
    <dgm:cxn modelId="{0F6D046B-9676-1942-8EE6-9B508E1E4E23}" type="presParOf" srcId="{616E4105-A297-E049-ACA5-98498F07CB12}" destId="{9647F9BB-A01F-7249-AE96-532F380FD6D0}" srcOrd="1" destOrd="0" presId="urn:microsoft.com/office/officeart/2005/8/layout/pyramid1"/>
    <dgm:cxn modelId="{F22E4B7A-9D94-9C49-A4DB-86D31EAC05AB}" type="presParOf" srcId="{6FA57147-55B6-9240-A9C3-A4DB848ABF8F}" destId="{64772A82-6B20-1B42-B214-534CD4653AB2}" srcOrd="2" destOrd="0" presId="urn:microsoft.com/office/officeart/2005/8/layout/pyramid1"/>
    <dgm:cxn modelId="{7A4B3102-153E-8944-A54F-F076A11BB3F0}" type="presParOf" srcId="{64772A82-6B20-1B42-B214-534CD4653AB2}" destId="{3E6C0C77-0409-374A-B28C-729D8D36D34C}" srcOrd="0" destOrd="0" presId="urn:microsoft.com/office/officeart/2005/8/layout/pyramid1"/>
    <dgm:cxn modelId="{329DCD8E-F2FD-BE46-BBE9-73E36F700763}" type="presParOf" srcId="{64772A82-6B20-1B42-B214-534CD4653AB2}" destId="{07918AAA-59A6-7C43-B93C-FD6F035F1AF2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24F69E-3CED-D941-936A-E632631CE4E7}" type="doc">
      <dgm:prSet loTypeId="urn:microsoft.com/office/officeart/2005/8/layout/cycle4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69A4956A-AC70-F74E-A806-575FDAC71763}">
      <dgm:prSet phldrT="[Text]" phldr="1" custT="1"/>
      <dgm:spPr>
        <a:solidFill>
          <a:srgbClr val="1D987A"/>
        </a:solidFill>
      </dgm:spPr>
      <dgm:t>
        <a:bodyPr/>
        <a:lstStyle/>
        <a:p>
          <a:endParaRPr lang="en-GB" sz="1800"/>
        </a:p>
      </dgm:t>
    </dgm:pt>
    <dgm:pt modelId="{85004B58-6D19-1B4D-8669-AA55185FF496}" type="sibTrans" cxnId="{6F04BFE9-E9DE-9F40-B3D4-44CB39A7F371}">
      <dgm:prSet/>
      <dgm:spPr/>
      <dgm:t>
        <a:bodyPr/>
        <a:lstStyle/>
        <a:p>
          <a:endParaRPr lang="en-GB"/>
        </a:p>
      </dgm:t>
    </dgm:pt>
    <dgm:pt modelId="{85D6778D-47AF-D24D-9A22-40B553464F7D}" type="parTrans" cxnId="{6F04BFE9-E9DE-9F40-B3D4-44CB39A7F371}">
      <dgm:prSet/>
      <dgm:spPr/>
      <dgm:t>
        <a:bodyPr/>
        <a:lstStyle/>
        <a:p>
          <a:endParaRPr lang="en-GB"/>
        </a:p>
      </dgm:t>
    </dgm:pt>
    <dgm:pt modelId="{F03DF44C-5CD6-8C4A-8BD0-D068CAADF3C8}" type="pres">
      <dgm:prSet presAssocID="{A224F69E-3CED-D941-936A-E632631CE4E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B212689A-1263-0440-9588-436996403AE3}" type="pres">
      <dgm:prSet presAssocID="{A224F69E-3CED-D941-936A-E632631CE4E7}" presName="children" presStyleCnt="0"/>
      <dgm:spPr/>
    </dgm:pt>
    <dgm:pt modelId="{6D4367C4-46C2-5F45-89E8-5A9988D6AA0B}" type="pres">
      <dgm:prSet presAssocID="{A224F69E-3CED-D941-936A-E632631CE4E7}" presName="childPlaceholder" presStyleCnt="0"/>
      <dgm:spPr/>
    </dgm:pt>
    <dgm:pt modelId="{4DB5B236-DE0D-3D41-B289-970F0ADFD329}" type="pres">
      <dgm:prSet presAssocID="{A224F69E-3CED-D941-936A-E632631CE4E7}" presName="circle" presStyleCnt="0"/>
      <dgm:spPr/>
    </dgm:pt>
    <dgm:pt modelId="{DF77A0FB-146B-2A45-A5BA-33280AF7D12D}" type="pres">
      <dgm:prSet presAssocID="{A224F69E-3CED-D941-936A-E632631CE4E7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5482C036-0392-B440-A21D-AC1711CADD9C}" type="pres">
      <dgm:prSet presAssocID="{A224F69E-3CED-D941-936A-E632631CE4E7}" presName="quadrant2" presStyleLbl="node1" presStyleIdx="1" presStyleCnt="4">
        <dgm:presLayoutVars>
          <dgm:chMax val="1"/>
          <dgm:bulletEnabled val="1"/>
        </dgm:presLayoutVars>
      </dgm:prSet>
      <dgm:spPr>
        <a:solidFill>
          <a:srgbClr val="E26856"/>
        </a:solidFill>
      </dgm:spPr>
    </dgm:pt>
    <dgm:pt modelId="{B718D361-4D07-5844-8542-CFC20B992129}" type="pres">
      <dgm:prSet presAssocID="{A224F69E-3CED-D941-936A-E632631CE4E7}" presName="quadrant3" presStyleLbl="node1" presStyleIdx="2" presStyleCnt="4">
        <dgm:presLayoutVars>
          <dgm:chMax val="1"/>
          <dgm:bulletEnabled val="1"/>
        </dgm:presLayoutVars>
      </dgm:prSet>
      <dgm:spPr>
        <a:solidFill>
          <a:srgbClr val="23919E"/>
        </a:solidFill>
      </dgm:spPr>
    </dgm:pt>
    <dgm:pt modelId="{5F634F51-636A-554D-8595-5F910352D556}" type="pres">
      <dgm:prSet presAssocID="{A224F69E-3CED-D941-936A-E632631CE4E7}" presName="quadrant4" presStyleLbl="node1" presStyleIdx="3" presStyleCnt="4">
        <dgm:presLayoutVars>
          <dgm:chMax val="1"/>
          <dgm:bulletEnabled val="1"/>
        </dgm:presLayoutVars>
      </dgm:prSet>
      <dgm:spPr>
        <a:solidFill>
          <a:srgbClr val="00B0F0"/>
        </a:solidFill>
      </dgm:spPr>
    </dgm:pt>
    <dgm:pt modelId="{EE6402B9-3BED-D94A-8396-7FC5293D1FD8}" type="pres">
      <dgm:prSet presAssocID="{A224F69E-3CED-D941-936A-E632631CE4E7}" presName="quadrantPlaceholder" presStyleCnt="0"/>
      <dgm:spPr/>
    </dgm:pt>
    <dgm:pt modelId="{29D04C2D-68B7-A44C-B84E-62CCE874F9DA}" type="pres">
      <dgm:prSet presAssocID="{A224F69E-3CED-D941-936A-E632631CE4E7}" presName="center1" presStyleLbl="fgShp" presStyleIdx="0" presStyleCnt="2"/>
      <dgm:spPr>
        <a:solidFill>
          <a:schemeClr val="bg1"/>
        </a:solidFill>
      </dgm:spPr>
    </dgm:pt>
    <dgm:pt modelId="{A1C94797-3DFB-0E4B-AF46-62AFF6A210F5}" type="pres">
      <dgm:prSet presAssocID="{A224F69E-3CED-D941-936A-E632631CE4E7}" presName="center2" presStyleLbl="fgShp" presStyleIdx="1" presStyleCnt="2"/>
      <dgm:spPr>
        <a:solidFill>
          <a:schemeClr val="bg1"/>
        </a:solidFill>
      </dgm:spPr>
    </dgm:pt>
  </dgm:ptLst>
  <dgm:cxnLst>
    <dgm:cxn modelId="{5762216B-0116-8C41-9473-C5B14C3E257D}" type="presOf" srcId="{69A4956A-AC70-F74E-A806-575FDAC71763}" destId="{DF77A0FB-146B-2A45-A5BA-33280AF7D12D}" srcOrd="0" destOrd="0" presId="urn:microsoft.com/office/officeart/2005/8/layout/cycle4"/>
    <dgm:cxn modelId="{11F7E9BA-D51D-9242-8EF0-637D6621EF90}" type="presOf" srcId="{A224F69E-3CED-D941-936A-E632631CE4E7}" destId="{F03DF44C-5CD6-8C4A-8BD0-D068CAADF3C8}" srcOrd="0" destOrd="0" presId="urn:microsoft.com/office/officeart/2005/8/layout/cycle4"/>
    <dgm:cxn modelId="{6F04BFE9-E9DE-9F40-B3D4-44CB39A7F371}" srcId="{A224F69E-3CED-D941-936A-E632631CE4E7}" destId="{69A4956A-AC70-F74E-A806-575FDAC71763}" srcOrd="0" destOrd="0" parTransId="{85D6778D-47AF-D24D-9A22-40B553464F7D}" sibTransId="{85004B58-6D19-1B4D-8669-AA55185FF496}"/>
    <dgm:cxn modelId="{7534631D-BD9D-4E45-95D6-50F960839AFF}" type="presParOf" srcId="{F03DF44C-5CD6-8C4A-8BD0-D068CAADF3C8}" destId="{B212689A-1263-0440-9588-436996403AE3}" srcOrd="0" destOrd="0" presId="urn:microsoft.com/office/officeart/2005/8/layout/cycle4"/>
    <dgm:cxn modelId="{C8E8EB73-4697-F040-821F-1F04E86D494F}" type="presParOf" srcId="{B212689A-1263-0440-9588-436996403AE3}" destId="{6D4367C4-46C2-5F45-89E8-5A9988D6AA0B}" srcOrd="0" destOrd="0" presId="urn:microsoft.com/office/officeart/2005/8/layout/cycle4"/>
    <dgm:cxn modelId="{DF4C6DB7-72AA-9745-9A2F-D7695EDD6A4B}" type="presParOf" srcId="{F03DF44C-5CD6-8C4A-8BD0-D068CAADF3C8}" destId="{4DB5B236-DE0D-3D41-B289-970F0ADFD329}" srcOrd="1" destOrd="0" presId="urn:microsoft.com/office/officeart/2005/8/layout/cycle4"/>
    <dgm:cxn modelId="{8BA5DEC0-7614-4740-90DA-A4BC5469EF50}" type="presParOf" srcId="{4DB5B236-DE0D-3D41-B289-970F0ADFD329}" destId="{DF77A0FB-146B-2A45-A5BA-33280AF7D12D}" srcOrd="0" destOrd="0" presId="urn:microsoft.com/office/officeart/2005/8/layout/cycle4"/>
    <dgm:cxn modelId="{767D4EE9-9E0A-414A-888C-4AB6D6356AFD}" type="presParOf" srcId="{4DB5B236-DE0D-3D41-B289-970F0ADFD329}" destId="{5482C036-0392-B440-A21D-AC1711CADD9C}" srcOrd="1" destOrd="0" presId="urn:microsoft.com/office/officeart/2005/8/layout/cycle4"/>
    <dgm:cxn modelId="{138E41D4-F805-A447-BB0A-E4AEC2C56B3A}" type="presParOf" srcId="{4DB5B236-DE0D-3D41-B289-970F0ADFD329}" destId="{B718D361-4D07-5844-8542-CFC20B992129}" srcOrd="2" destOrd="0" presId="urn:microsoft.com/office/officeart/2005/8/layout/cycle4"/>
    <dgm:cxn modelId="{0AD232A1-AA02-7144-979A-B448A6E2B55A}" type="presParOf" srcId="{4DB5B236-DE0D-3D41-B289-970F0ADFD329}" destId="{5F634F51-636A-554D-8595-5F910352D556}" srcOrd="3" destOrd="0" presId="urn:microsoft.com/office/officeart/2005/8/layout/cycle4"/>
    <dgm:cxn modelId="{02CD6950-4644-6646-9919-7D1701D6F027}" type="presParOf" srcId="{4DB5B236-DE0D-3D41-B289-970F0ADFD329}" destId="{EE6402B9-3BED-D94A-8396-7FC5293D1FD8}" srcOrd="4" destOrd="0" presId="urn:microsoft.com/office/officeart/2005/8/layout/cycle4"/>
    <dgm:cxn modelId="{FB51B311-9BAA-A545-826B-42B6F72653C2}" type="presParOf" srcId="{F03DF44C-5CD6-8C4A-8BD0-D068CAADF3C8}" destId="{29D04C2D-68B7-A44C-B84E-62CCE874F9DA}" srcOrd="2" destOrd="0" presId="urn:microsoft.com/office/officeart/2005/8/layout/cycle4"/>
    <dgm:cxn modelId="{C5977C31-06CF-5D4F-8734-CE5F813E8984}" type="presParOf" srcId="{F03DF44C-5CD6-8C4A-8BD0-D068CAADF3C8}" destId="{A1C94797-3DFB-0E4B-AF46-62AFF6A210F5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F65AD97-A75F-4A3A-AB8C-50BAF03D5ED7}" type="doc">
      <dgm:prSet loTypeId="urn:microsoft.com/office/officeart/2009/3/layout/DescendingProcess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5146E82-8BD8-4DA2-BF0B-9E586F1C2D85}">
      <dgm:prSet phldrT="[Text]"/>
      <dgm:spPr/>
      <dgm:t>
        <a:bodyPr/>
        <a:lstStyle/>
        <a:p>
          <a:r>
            <a:rPr lang="en-US" b="1" dirty="0">
              <a:latin typeface="Arial"/>
              <a:ea typeface="+mn-ea"/>
              <a:cs typeface="Arial"/>
              <a:sym typeface="Arial"/>
            </a:rPr>
            <a:t>Age 12: </a:t>
          </a:r>
          <a:r>
            <a:rPr lang="en-US" dirty="0">
              <a:latin typeface="Arial"/>
              <a:ea typeface="+mn-ea"/>
              <a:cs typeface="Arial"/>
              <a:sym typeface="Arial"/>
            </a:rPr>
            <a:t>Your creative output has declined to about 2% of your potential</a:t>
          </a:r>
          <a:endParaRPr lang="en-US" dirty="0"/>
        </a:p>
      </dgm:t>
    </dgm:pt>
    <dgm:pt modelId="{EA940302-022D-451D-B199-597FE8685641}" type="parTrans" cxnId="{BA746FD0-490B-4884-A050-3558A27DE9D1}">
      <dgm:prSet/>
      <dgm:spPr/>
      <dgm:t>
        <a:bodyPr/>
        <a:lstStyle/>
        <a:p>
          <a:endParaRPr lang="en-US"/>
        </a:p>
      </dgm:t>
    </dgm:pt>
    <dgm:pt modelId="{95AE9ADA-27BC-4C6A-AA7D-4E2955E60D2F}" type="sibTrans" cxnId="{BA746FD0-490B-4884-A050-3558A27DE9D1}">
      <dgm:prSet/>
      <dgm:spPr/>
      <dgm:t>
        <a:bodyPr/>
        <a:lstStyle/>
        <a:p>
          <a:endParaRPr lang="en-US"/>
        </a:p>
      </dgm:t>
    </dgm:pt>
    <dgm:pt modelId="{392223C0-BAF5-456B-B8F3-F52814F595D3}">
      <dgm:prSet phldrT="[Text]"/>
      <dgm:spPr/>
      <dgm:t>
        <a:bodyPr/>
        <a:lstStyle/>
        <a:p>
          <a:r>
            <a:rPr lang="en-US" b="1" dirty="0">
              <a:latin typeface="Arial"/>
              <a:ea typeface="+mn-ea"/>
              <a:cs typeface="Arial"/>
              <a:sym typeface="Arial"/>
            </a:rPr>
            <a:t>Age 13+: </a:t>
          </a:r>
          <a:r>
            <a:rPr lang="en-US" dirty="0">
              <a:latin typeface="Arial"/>
              <a:ea typeface="+mn-ea"/>
              <a:cs typeface="Arial"/>
              <a:sym typeface="Arial"/>
            </a:rPr>
            <a:t>This is it.  Your creative output stays 2% </a:t>
          </a:r>
          <a:endParaRPr lang="en-US" dirty="0"/>
        </a:p>
      </dgm:t>
    </dgm:pt>
    <dgm:pt modelId="{7456823D-8A64-49A0-8458-CC804203C94F}" type="parTrans" cxnId="{38500ED5-DE9D-41E0-97B6-9C2BDE1CDAA3}">
      <dgm:prSet/>
      <dgm:spPr/>
      <dgm:t>
        <a:bodyPr/>
        <a:lstStyle/>
        <a:p>
          <a:endParaRPr lang="en-US"/>
        </a:p>
      </dgm:t>
    </dgm:pt>
    <dgm:pt modelId="{B75D22B4-E0E5-4985-AC83-4D8FD1E2DDE4}" type="sibTrans" cxnId="{38500ED5-DE9D-41E0-97B6-9C2BDE1CDAA3}">
      <dgm:prSet/>
      <dgm:spPr/>
      <dgm:t>
        <a:bodyPr/>
        <a:lstStyle/>
        <a:p>
          <a:endParaRPr lang="en-US"/>
        </a:p>
      </dgm:t>
    </dgm:pt>
    <dgm:pt modelId="{DC9EE26B-AA06-4643-B1C6-0917FBAE4156}">
      <dgm:prSet phldrT="[Text]"/>
      <dgm:spPr/>
      <dgm:t>
        <a:bodyPr/>
        <a:lstStyle/>
        <a:p>
          <a:r>
            <a:rPr lang="en-US" b="1" dirty="0">
              <a:latin typeface="Arial"/>
              <a:ea typeface="+mn-ea"/>
              <a:cs typeface="Arial"/>
              <a:sym typeface="Arial"/>
            </a:rPr>
            <a:t>Age 5: </a:t>
          </a:r>
          <a:r>
            <a:rPr lang="en-US" dirty="0">
              <a:latin typeface="Arial"/>
              <a:ea typeface="+mn-ea"/>
              <a:cs typeface="Arial"/>
              <a:sym typeface="Arial"/>
            </a:rPr>
            <a:t>You are using about 80% of your creative potential</a:t>
          </a:r>
          <a:endParaRPr lang="en-US" dirty="0"/>
        </a:p>
      </dgm:t>
    </dgm:pt>
    <dgm:pt modelId="{5A08A3FD-BAD9-4129-83F9-8A7970545CBB}" type="sibTrans" cxnId="{875F831F-261A-4BCD-977F-C553AA188E92}">
      <dgm:prSet/>
      <dgm:spPr/>
      <dgm:t>
        <a:bodyPr/>
        <a:lstStyle/>
        <a:p>
          <a:endParaRPr lang="en-US"/>
        </a:p>
      </dgm:t>
    </dgm:pt>
    <dgm:pt modelId="{EADD53FD-EE38-4538-B95E-92865B513C69}" type="parTrans" cxnId="{875F831F-261A-4BCD-977F-C553AA188E92}">
      <dgm:prSet/>
      <dgm:spPr/>
      <dgm:t>
        <a:bodyPr/>
        <a:lstStyle/>
        <a:p>
          <a:endParaRPr lang="en-US"/>
        </a:p>
      </dgm:t>
    </dgm:pt>
    <dgm:pt modelId="{1DC8BAB5-F038-4174-9CCC-A1BC76502B24}" type="pres">
      <dgm:prSet presAssocID="{7F65AD97-A75F-4A3A-AB8C-50BAF03D5ED7}" presName="Name0" presStyleCnt="0">
        <dgm:presLayoutVars>
          <dgm:chMax val="7"/>
          <dgm:chPref val="5"/>
        </dgm:presLayoutVars>
      </dgm:prSet>
      <dgm:spPr/>
    </dgm:pt>
    <dgm:pt modelId="{00D7C691-7FFB-4337-8ECF-4CD654F479E6}" type="pres">
      <dgm:prSet presAssocID="{7F65AD97-A75F-4A3A-AB8C-50BAF03D5ED7}" presName="arrowNode" presStyleLbl="node1" presStyleIdx="0" presStyleCnt="1"/>
      <dgm:spPr/>
    </dgm:pt>
    <dgm:pt modelId="{54CF6BDB-F8DE-41A6-A8D7-388104947697}" type="pres">
      <dgm:prSet presAssocID="{DC9EE26B-AA06-4643-B1C6-0917FBAE4156}" presName="txNode1" presStyleLbl="revTx" presStyleIdx="0" presStyleCnt="3" custLinFactNeighborX="-12494" custLinFactNeighborY="6151">
        <dgm:presLayoutVars>
          <dgm:bulletEnabled val="1"/>
        </dgm:presLayoutVars>
      </dgm:prSet>
      <dgm:spPr/>
    </dgm:pt>
    <dgm:pt modelId="{3B4889B1-CD11-4ECD-A1BA-91D5FFA48C91}" type="pres">
      <dgm:prSet presAssocID="{65146E82-8BD8-4DA2-BF0B-9E586F1C2D85}" presName="txNode2" presStyleLbl="revTx" presStyleIdx="1" presStyleCnt="3" custLinFactNeighborX="-9123" custLinFactNeighborY="-51709">
        <dgm:presLayoutVars>
          <dgm:bulletEnabled val="1"/>
        </dgm:presLayoutVars>
      </dgm:prSet>
      <dgm:spPr/>
    </dgm:pt>
    <dgm:pt modelId="{7DC6EDE2-1D5A-48A4-8274-5E098AF3EDA6}" type="pres">
      <dgm:prSet presAssocID="{95AE9ADA-27BC-4C6A-AA7D-4E2955E60D2F}" presName="dotNode2" presStyleCnt="0"/>
      <dgm:spPr/>
    </dgm:pt>
    <dgm:pt modelId="{695C559E-6630-4E6F-9F32-7FEE60B0D428}" type="pres">
      <dgm:prSet presAssocID="{95AE9ADA-27BC-4C6A-AA7D-4E2955E60D2F}" presName="dotRepeatNode" presStyleLbl="fgShp" presStyleIdx="0" presStyleCnt="1"/>
      <dgm:spPr/>
    </dgm:pt>
    <dgm:pt modelId="{8B6DEC4B-78FF-4E12-A526-5D486011BDA4}" type="pres">
      <dgm:prSet presAssocID="{392223C0-BAF5-456B-B8F3-F52814F595D3}" presName="txNode3" presStyleLbl="revTx" presStyleIdx="2" presStyleCnt="3" custLinFactNeighborX="0" custLinFactNeighborY="12473">
        <dgm:presLayoutVars>
          <dgm:bulletEnabled val="1"/>
        </dgm:presLayoutVars>
      </dgm:prSet>
      <dgm:spPr/>
    </dgm:pt>
  </dgm:ptLst>
  <dgm:cxnLst>
    <dgm:cxn modelId="{84AA5109-0AC4-467F-B990-47AEE23711DA}" type="presOf" srcId="{7F65AD97-A75F-4A3A-AB8C-50BAF03D5ED7}" destId="{1DC8BAB5-F038-4174-9CCC-A1BC76502B24}" srcOrd="0" destOrd="0" presId="urn:microsoft.com/office/officeart/2009/3/layout/DescendingProcess"/>
    <dgm:cxn modelId="{875F831F-261A-4BCD-977F-C553AA188E92}" srcId="{7F65AD97-A75F-4A3A-AB8C-50BAF03D5ED7}" destId="{DC9EE26B-AA06-4643-B1C6-0917FBAE4156}" srcOrd="0" destOrd="0" parTransId="{EADD53FD-EE38-4538-B95E-92865B513C69}" sibTransId="{5A08A3FD-BAD9-4129-83F9-8A7970545CBB}"/>
    <dgm:cxn modelId="{4EBD502A-659A-4565-BDAD-640649B0C3D6}" type="presOf" srcId="{DC9EE26B-AA06-4643-B1C6-0917FBAE4156}" destId="{54CF6BDB-F8DE-41A6-A8D7-388104947697}" srcOrd="0" destOrd="0" presId="urn:microsoft.com/office/officeart/2009/3/layout/DescendingProcess"/>
    <dgm:cxn modelId="{CF20AA86-EA88-4C8B-99E4-8E960CF12809}" type="presOf" srcId="{95AE9ADA-27BC-4C6A-AA7D-4E2955E60D2F}" destId="{695C559E-6630-4E6F-9F32-7FEE60B0D428}" srcOrd="0" destOrd="0" presId="urn:microsoft.com/office/officeart/2009/3/layout/DescendingProcess"/>
    <dgm:cxn modelId="{7E314BA8-08EA-4DEB-9790-D0EDD3C9EF39}" type="presOf" srcId="{65146E82-8BD8-4DA2-BF0B-9E586F1C2D85}" destId="{3B4889B1-CD11-4ECD-A1BA-91D5FFA48C91}" srcOrd="0" destOrd="0" presId="urn:microsoft.com/office/officeart/2009/3/layout/DescendingProcess"/>
    <dgm:cxn modelId="{BA746FD0-490B-4884-A050-3558A27DE9D1}" srcId="{7F65AD97-A75F-4A3A-AB8C-50BAF03D5ED7}" destId="{65146E82-8BD8-4DA2-BF0B-9E586F1C2D85}" srcOrd="1" destOrd="0" parTransId="{EA940302-022D-451D-B199-597FE8685641}" sibTransId="{95AE9ADA-27BC-4C6A-AA7D-4E2955E60D2F}"/>
    <dgm:cxn modelId="{18FAEFD2-ACD9-42C7-B8EA-58634D3C50BA}" type="presOf" srcId="{392223C0-BAF5-456B-B8F3-F52814F595D3}" destId="{8B6DEC4B-78FF-4E12-A526-5D486011BDA4}" srcOrd="0" destOrd="0" presId="urn:microsoft.com/office/officeart/2009/3/layout/DescendingProcess"/>
    <dgm:cxn modelId="{38500ED5-DE9D-41E0-97B6-9C2BDE1CDAA3}" srcId="{7F65AD97-A75F-4A3A-AB8C-50BAF03D5ED7}" destId="{392223C0-BAF5-456B-B8F3-F52814F595D3}" srcOrd="2" destOrd="0" parTransId="{7456823D-8A64-49A0-8458-CC804203C94F}" sibTransId="{B75D22B4-E0E5-4985-AC83-4D8FD1E2DDE4}"/>
    <dgm:cxn modelId="{E3F3F468-5D58-40BE-986D-048EA88B8455}" type="presParOf" srcId="{1DC8BAB5-F038-4174-9CCC-A1BC76502B24}" destId="{00D7C691-7FFB-4337-8ECF-4CD654F479E6}" srcOrd="0" destOrd="0" presId="urn:microsoft.com/office/officeart/2009/3/layout/DescendingProcess"/>
    <dgm:cxn modelId="{40A988EF-1793-4775-90C9-E9620CAF501E}" type="presParOf" srcId="{1DC8BAB5-F038-4174-9CCC-A1BC76502B24}" destId="{54CF6BDB-F8DE-41A6-A8D7-388104947697}" srcOrd="1" destOrd="0" presId="urn:microsoft.com/office/officeart/2009/3/layout/DescendingProcess"/>
    <dgm:cxn modelId="{73773899-6D8E-44F6-A530-098F357B74DB}" type="presParOf" srcId="{1DC8BAB5-F038-4174-9CCC-A1BC76502B24}" destId="{3B4889B1-CD11-4ECD-A1BA-91D5FFA48C91}" srcOrd="2" destOrd="0" presId="urn:microsoft.com/office/officeart/2009/3/layout/DescendingProcess"/>
    <dgm:cxn modelId="{DA8ED330-1772-4E81-9624-764944F523E7}" type="presParOf" srcId="{1DC8BAB5-F038-4174-9CCC-A1BC76502B24}" destId="{7DC6EDE2-1D5A-48A4-8274-5E098AF3EDA6}" srcOrd="3" destOrd="0" presId="urn:microsoft.com/office/officeart/2009/3/layout/DescendingProcess"/>
    <dgm:cxn modelId="{D92C6559-5551-4E45-98E3-08AE8D16F7F6}" type="presParOf" srcId="{7DC6EDE2-1D5A-48A4-8274-5E098AF3EDA6}" destId="{695C559E-6630-4E6F-9F32-7FEE60B0D428}" srcOrd="0" destOrd="0" presId="urn:microsoft.com/office/officeart/2009/3/layout/DescendingProcess"/>
    <dgm:cxn modelId="{C75C9130-7BF2-462F-A4E3-96A3515F1AB9}" type="presParOf" srcId="{1DC8BAB5-F038-4174-9CCC-A1BC76502B24}" destId="{8B6DEC4B-78FF-4E12-A526-5D486011BDA4}" srcOrd="4" destOrd="0" presId="urn:microsoft.com/office/officeart/2009/3/layout/Descending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1766C2-4FD9-6747-AB8E-472FF1FD3B88}">
      <dsp:nvSpPr>
        <dsp:cNvPr id="0" name=""/>
        <dsp:cNvSpPr/>
      </dsp:nvSpPr>
      <dsp:spPr>
        <a:xfrm>
          <a:off x="2709333" y="0"/>
          <a:ext cx="2709333" cy="1806222"/>
        </a:xfrm>
        <a:prstGeom prst="trapezoid">
          <a:avLst>
            <a:gd name="adj" fmla="val 75000"/>
          </a:avLst>
        </a:prstGeom>
        <a:solidFill>
          <a:srgbClr val="E268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>
            <a:solidFill>
              <a:schemeClr val="bg1"/>
            </a:solidFill>
          </a:endParaRP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>
            <a:solidFill>
              <a:schemeClr val="bg1"/>
            </a:solidFill>
          </a:endParaRPr>
        </a:p>
      </dsp:txBody>
      <dsp:txXfrm>
        <a:off x="2709333" y="0"/>
        <a:ext cx="2709333" cy="1806222"/>
      </dsp:txXfrm>
    </dsp:sp>
    <dsp:sp modelId="{27AFCBBF-2BA4-D246-A73E-66CEC79DA8A6}">
      <dsp:nvSpPr>
        <dsp:cNvPr id="0" name=""/>
        <dsp:cNvSpPr/>
      </dsp:nvSpPr>
      <dsp:spPr>
        <a:xfrm>
          <a:off x="1354666" y="1806222"/>
          <a:ext cx="5418666" cy="1806222"/>
        </a:xfrm>
        <a:prstGeom prst="trapezoid">
          <a:avLst>
            <a:gd name="adj" fmla="val 75000"/>
          </a:avLst>
        </a:prstGeom>
        <a:solidFill>
          <a:srgbClr val="1D987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>
            <a:solidFill>
              <a:schemeClr val="bg1"/>
            </a:solidFill>
          </a:endParaRPr>
        </a:p>
      </dsp:txBody>
      <dsp:txXfrm>
        <a:off x="2302933" y="1806222"/>
        <a:ext cx="3522133" cy="1806222"/>
      </dsp:txXfrm>
    </dsp:sp>
    <dsp:sp modelId="{3E6C0C77-0409-374A-B28C-729D8D36D34C}">
      <dsp:nvSpPr>
        <dsp:cNvPr id="0" name=""/>
        <dsp:cNvSpPr/>
      </dsp:nvSpPr>
      <dsp:spPr>
        <a:xfrm>
          <a:off x="0" y="3612444"/>
          <a:ext cx="8128000" cy="1806222"/>
        </a:xfrm>
        <a:prstGeom prst="trapezoid">
          <a:avLst>
            <a:gd name="adj" fmla="val 75000"/>
          </a:avLst>
        </a:prstGeom>
        <a:solidFill>
          <a:srgbClr val="4883BB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000" kern="1200">
            <a:solidFill>
              <a:schemeClr val="bg1"/>
            </a:solidFill>
          </a:endParaRPr>
        </a:p>
      </dsp:txBody>
      <dsp:txXfrm>
        <a:off x="1422399" y="3612444"/>
        <a:ext cx="5283200" cy="18062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77A0FB-146B-2A45-A5BA-33280AF7D12D}">
      <dsp:nvSpPr>
        <dsp:cNvPr id="0" name=""/>
        <dsp:cNvSpPr/>
      </dsp:nvSpPr>
      <dsp:spPr>
        <a:xfrm>
          <a:off x="1517181" y="281691"/>
          <a:ext cx="2139869" cy="2139869"/>
        </a:xfrm>
        <a:prstGeom prst="pieWedge">
          <a:avLst/>
        </a:prstGeom>
        <a:solidFill>
          <a:srgbClr val="1D987A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2143934" y="908444"/>
        <a:ext cx="1513116" cy="1513116"/>
      </dsp:txXfrm>
    </dsp:sp>
    <dsp:sp modelId="{5482C036-0392-B440-A21D-AC1711CADD9C}">
      <dsp:nvSpPr>
        <dsp:cNvPr id="0" name=""/>
        <dsp:cNvSpPr/>
      </dsp:nvSpPr>
      <dsp:spPr>
        <a:xfrm rot="5400000">
          <a:off x="3755890" y="281691"/>
          <a:ext cx="2139869" cy="2139869"/>
        </a:xfrm>
        <a:prstGeom prst="pieWedge">
          <a:avLst/>
        </a:prstGeom>
        <a:solidFill>
          <a:srgbClr val="E2685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18D361-4D07-5844-8542-CFC20B992129}">
      <dsp:nvSpPr>
        <dsp:cNvPr id="0" name=""/>
        <dsp:cNvSpPr/>
      </dsp:nvSpPr>
      <dsp:spPr>
        <a:xfrm rot="10800000">
          <a:off x="3755890" y="2520400"/>
          <a:ext cx="2139869" cy="2139869"/>
        </a:xfrm>
        <a:prstGeom prst="pieWedge">
          <a:avLst/>
        </a:prstGeom>
        <a:solidFill>
          <a:srgbClr val="23919E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34F51-636A-554D-8595-5F910352D556}">
      <dsp:nvSpPr>
        <dsp:cNvPr id="0" name=""/>
        <dsp:cNvSpPr/>
      </dsp:nvSpPr>
      <dsp:spPr>
        <a:xfrm rot="16200000">
          <a:off x="1517181" y="2520400"/>
          <a:ext cx="2139869" cy="2139869"/>
        </a:xfrm>
        <a:prstGeom prst="pieWedge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D04C2D-68B7-A44C-B84E-62CCE874F9DA}">
      <dsp:nvSpPr>
        <dsp:cNvPr id="0" name=""/>
        <dsp:cNvSpPr/>
      </dsp:nvSpPr>
      <dsp:spPr>
        <a:xfrm>
          <a:off x="3337058" y="2026204"/>
          <a:ext cx="738823" cy="642454"/>
        </a:xfrm>
        <a:prstGeom prst="circularArrow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C94797-3DFB-0E4B-AF46-62AFF6A210F5}">
      <dsp:nvSpPr>
        <dsp:cNvPr id="0" name=""/>
        <dsp:cNvSpPr/>
      </dsp:nvSpPr>
      <dsp:spPr>
        <a:xfrm rot="10800000">
          <a:off x="3337058" y="2273302"/>
          <a:ext cx="738823" cy="642454"/>
        </a:xfrm>
        <a:prstGeom prst="circularArrow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D7C691-7FFB-4337-8ECF-4CD654F479E6}">
      <dsp:nvSpPr>
        <dsp:cNvPr id="0" name=""/>
        <dsp:cNvSpPr/>
      </dsp:nvSpPr>
      <dsp:spPr>
        <a:xfrm rot="4396374">
          <a:off x="329366" y="1246044"/>
          <a:ext cx="4913195" cy="3426341"/>
        </a:xfrm>
        <a:prstGeom prst="swooshArrow">
          <a:avLst>
            <a:gd name="adj1" fmla="val 16310"/>
            <a:gd name="adj2" fmla="val 3137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5C559E-6630-4E6F-9F32-7FEE60B0D428}">
      <dsp:nvSpPr>
        <dsp:cNvPr id="0" name=""/>
        <dsp:cNvSpPr/>
      </dsp:nvSpPr>
      <dsp:spPr>
        <a:xfrm>
          <a:off x="2931778" y="2323480"/>
          <a:ext cx="124073" cy="124073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CF6BDB-F8DE-41A6-A8D7-388104947697}">
      <dsp:nvSpPr>
        <dsp:cNvPr id="0" name=""/>
        <dsp:cNvSpPr/>
      </dsp:nvSpPr>
      <dsp:spPr>
        <a:xfrm>
          <a:off x="0" y="169504"/>
          <a:ext cx="2316419" cy="910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/>
              <a:ea typeface="+mn-ea"/>
              <a:cs typeface="Arial"/>
              <a:sym typeface="Arial"/>
            </a:rPr>
            <a:t>Age 5: </a:t>
          </a:r>
          <a:r>
            <a:rPr lang="en-US" sz="1800" kern="1200" dirty="0">
              <a:latin typeface="Arial"/>
              <a:ea typeface="+mn-ea"/>
              <a:cs typeface="Arial"/>
              <a:sym typeface="Arial"/>
            </a:rPr>
            <a:t>You are using about 80% of your creative potential</a:t>
          </a:r>
          <a:endParaRPr lang="en-US" sz="1800" kern="1200" dirty="0"/>
        </a:p>
      </dsp:txBody>
      <dsp:txXfrm>
        <a:off x="0" y="169504"/>
        <a:ext cx="2316419" cy="910631"/>
      </dsp:txXfrm>
    </dsp:sp>
    <dsp:sp modelId="{3B4889B1-CD11-4ECD-A1BA-91D5FFA48C91}">
      <dsp:nvSpPr>
        <dsp:cNvPr id="0" name=""/>
        <dsp:cNvSpPr/>
      </dsp:nvSpPr>
      <dsp:spPr>
        <a:xfrm>
          <a:off x="3254624" y="1459323"/>
          <a:ext cx="2754660" cy="910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/>
              <a:ea typeface="+mn-ea"/>
              <a:cs typeface="Arial"/>
              <a:sym typeface="Arial"/>
            </a:rPr>
            <a:t>Age 12: </a:t>
          </a:r>
          <a:r>
            <a:rPr lang="en-US" sz="1800" kern="1200" dirty="0">
              <a:latin typeface="Arial"/>
              <a:ea typeface="+mn-ea"/>
              <a:cs typeface="Arial"/>
              <a:sym typeface="Arial"/>
            </a:rPr>
            <a:t>Your creative output has declined to about 2% of your potential</a:t>
          </a:r>
          <a:endParaRPr lang="en-US" sz="1800" kern="1200" dirty="0"/>
        </a:p>
      </dsp:txBody>
      <dsp:txXfrm>
        <a:off x="3254624" y="1459323"/>
        <a:ext cx="2754660" cy="910631"/>
      </dsp:txXfrm>
    </dsp:sp>
    <dsp:sp modelId="{8B6DEC4B-78FF-4E12-A526-5D486011BDA4}">
      <dsp:nvSpPr>
        <dsp:cNvPr id="0" name=""/>
        <dsp:cNvSpPr/>
      </dsp:nvSpPr>
      <dsp:spPr>
        <a:xfrm>
          <a:off x="3130296" y="5007799"/>
          <a:ext cx="3130296" cy="9106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Arial"/>
              <a:ea typeface="+mn-ea"/>
              <a:cs typeface="Arial"/>
              <a:sym typeface="Arial"/>
            </a:rPr>
            <a:t>Age 13+: </a:t>
          </a:r>
          <a:r>
            <a:rPr lang="en-US" sz="1800" kern="1200" dirty="0">
              <a:latin typeface="Arial"/>
              <a:ea typeface="+mn-ea"/>
              <a:cs typeface="Arial"/>
              <a:sym typeface="Arial"/>
            </a:rPr>
            <a:t>This is it.  Your creative output stays 2% </a:t>
          </a:r>
          <a:endParaRPr lang="en-US" sz="1800" kern="1200" dirty="0"/>
        </a:p>
      </dsp:txBody>
      <dsp:txXfrm>
        <a:off x="3130296" y="5007799"/>
        <a:ext cx="3130296" cy="9106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DescendingProcess">
  <dgm:title val=""/>
  <dgm:desc val=""/>
  <dgm:catLst>
    <dgm:cat type="process" pri="23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clrData>
  <dgm:layoutNode name="Name0">
    <dgm:varLst>
      <dgm:chMax val="7"/>
      <dgm:chPref val="5"/>
    </dgm:varLst>
    <dgm:alg type="composite">
      <dgm:param type="ar" val="1.1"/>
    </dgm:alg>
    <dgm:shape xmlns:r="http://schemas.openxmlformats.org/officeDocument/2006/relationships" r:blip="">
      <dgm:adjLst/>
    </dgm:shape>
    <dgm:choose name="Name1">
      <dgm:if name="Name2" axis="ch" ptType="node" func="cnt" op="equ" val="1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</dgm:constrLst>
      </dgm:if>
      <dgm:if name="Name3" axis="ch" ptType="node" func="cnt" op="equ" val="2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"/>
          <dgm:constr type="b" for="ch" forName="txNode2" refType="h"/>
          <dgm:constr type="r" for="ch" forName="txNode2" refType="w"/>
          <dgm:constr type="h" for="ch" forName="txNode2" refType="h" fact="0.16"/>
        </dgm:constrLst>
      </dgm:if>
      <dgm:if name="Name4" axis="ch" ptType="node" func="cnt" op="equ" val="3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56"/>
          <dgm:constr type="ctrY" for="ch" forName="txNode2" refType="h" fact="0.3992"/>
          <dgm:constr type="r" for="ch" forName="txNode2" refType="w"/>
          <dgm:constr type="h" for="ch" forName="txNode2" refType="h" fact="0.16"/>
          <dgm:constr type="l" for="ch" forName="txNode3" refType="w" fact="0.5"/>
          <dgm:constr type="b" for="ch" forName="txNode3" refType="h"/>
          <dgm:constr type="r" for="ch" forName="txNode3" refType="w"/>
          <dgm:constr type="h" for="ch" forName="txNode3" refType="h" fact="0.16"/>
          <dgm:constr type="ctrX" for="ch" forName="dotNode2" refType="w" fact="0.4782"/>
          <dgm:constr type="ctrY" for="ch" forName="dotNode2" refType="h" fact="0.3992"/>
          <dgm:constr type="h" for="ch" forName="dotNode2" refType="h" fact="0.0218"/>
          <dgm:constr type="w" for="ch" forName="dotNode2" refType="h" refFor="ch" refForName="dotNode2"/>
        </dgm:constrLst>
      </dgm:if>
      <dgm:if name="Name5" axis="ch" ptType="node" func="cnt" op="equ" val="4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9"/>
          <dgm:constr type="ctrY" for="ch" forName="txNode2" refType="h" fact="0.315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5004"/>
          <dgm:constr type="r" for="ch" forName="txNode3" refType="w" fact="0.5"/>
          <dgm:constr type="h" for="ch" forName="txNode3" refType="h" fact="0.16"/>
          <dgm:constr type="l" for="ch" forName="txNode4" refType="w" fact="0.5"/>
          <dgm:constr type="b" for="ch" forName="txNode4" refType="h"/>
          <dgm:constr type="r" for="ch" forName="txNode4" refType="w"/>
          <dgm:constr type="h" for="ch" forName="txNode4" refType="h" fact="0.16"/>
          <dgm:constr type="ctrX" for="ch" forName="dotNode2" refType="w" fact="0.39"/>
          <dgm:constr type="ctrY" for="ch" forName="dotNode2" refType="h" fact="0.315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5626"/>
          <dgm:constr type="ctrY" for="ch" forName="dotNode3" refType="h" fact="0.5004"/>
          <dgm:constr type="h" for="ch" forName="dotNode3" refType="h" fact="0.0218"/>
          <dgm:constr type="w" for="ch" forName="dotNode3" refType="h" refFor="ch" refForName="dotNode3"/>
        </dgm:constrLst>
      </dgm:if>
      <dgm:if name="Name6" axis="ch" ptType="node" func="cnt" op="equ" val="5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6"/>
          <dgm:constr type="ctrY" for="ch" forName="txNode2" refType="h" fact="0.2885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4089"/>
          <dgm:constr type="r" for="ch" forName="txNode3" refType="w" fact="0.43"/>
          <dgm:constr type="h" for="ch" forName="txNode3" refType="h" fact="0.16"/>
          <dgm:constr type="l" for="ch" forName="txNode4" refType="w" fact="0.67"/>
          <dgm:constr type="ctrY" for="ch" forName="txNode4" refType="h" fact="0.5497"/>
          <dgm:constr type="r" for="ch" forName="txNode4" refType="w"/>
          <dgm:constr type="h" for="ch" forName="txNode4" refType="h" fact="0.16"/>
          <dgm:constr type="l" for="ch" forName="txNode5" refType="w" fact="0.5"/>
          <dgm:constr type="b" for="ch" forName="txNode5" refType="h"/>
          <dgm:constr type="r" for="ch" forName="txNode5" refType="w"/>
          <dgm:constr type="h" for="ch" forName="txNode5" refType="h" fact="0.16"/>
          <dgm:constr type="ctrX" for="ch" forName="dotNode2" refType="w" fact="0.3565"/>
          <dgm:constr type="ctrY" for="ch" forName="dotNode2" refType="h" fact="0.2885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922"/>
          <dgm:constr type="ctrY" for="ch" forName="dotNode3" refType="h" fact="0.4089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939"/>
          <dgm:constr type="ctrY" for="ch" forName="dotNode4" refType="h" fact="0.5497"/>
          <dgm:constr type="h" for="ch" forName="dotNode4" refType="h" fact="0.0218"/>
          <dgm:constr type="w" for="ch" forName="dotNode4" refType="h" refFor="ch" refForName="dotNode4"/>
        </dgm:constrLst>
      </dgm:if>
      <dgm:if name="Name7" axis="ch" ptType="node" func="cnt" op="equ" val="6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5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638"/>
          <dgm:constr type="r" for="ch" forName="txNode3" refType="w" fact="0.37"/>
          <dgm:constr type="h" for="ch" forName="txNode3" refType="h" fact="0.16"/>
          <dgm:constr type="l" for="ch" forName="txNode4" refType="w" fact="0.63"/>
          <dgm:constr type="ctrY" for="ch" forName="txNode4" refType="h" fact="0.4744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961"/>
          <dgm:constr type="r" for="ch" forName="txNode5" refType="w" fact="0.55"/>
          <dgm:constr type="h" for="ch" forName="txNode5" refType="h" fact="0.16"/>
          <dgm:constr type="l" for="ch" forName="txNode6" refType="w" fact="0.5"/>
          <dgm:constr type="b" for="ch" forName="txNode6" refType="h"/>
          <dgm:constr type="r" for="ch" forName="txNode6" refType="w"/>
          <dgm:constr type="h" for="ch" forName="txNode6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419"/>
          <dgm:constr type="ctrY" for="ch" forName="dotNode3" refType="h" fact="0.3638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425"/>
          <dgm:constr type="ctrY" for="ch" forName="dotNode4" refType="h" fact="0.4744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6153"/>
          <dgm:constr type="ctrY" for="ch" forName="dotNode5" refType="h" fact="0.5961"/>
          <dgm:constr type="h" for="ch" forName="dotNode5" refType="h" fact="0.0218"/>
          <dgm:constr type="w" for="ch" forName="dotNode5" refType="h" refFor="ch" refForName="dotNode5"/>
        </dgm:constrLst>
      </dgm:if>
      <dgm:else name="Name8">
        <dgm:constrLst>
          <dgm:constr type="primFontSz" for="ch" ptType="node" op="equ" val="65"/>
          <dgm:constr type="w" for="ch" forName="arrowNode" refType="w" fact="0.75"/>
          <dgm:constr type="h" for="ch" forName="arrowNode" refType="h"/>
          <dgm:constr type="l" for="ch" forName="arrowNode" refType="w" fact="0.07"/>
          <dgm:constr type="t" for="ch" forName="arrowNode"/>
          <dgm:constr type="l" for="ch" forName="txNode1" refType="w" fact="0"/>
          <dgm:constr type="t" for="ch" forName="txNode1" refType="h" fact="0"/>
          <dgm:constr type="r" for="ch" forName="txNode1" refType="w" fact="0.37"/>
          <dgm:constr type="h" for="ch" forName="txNode1" refType="h" fact="0.16"/>
          <dgm:constr type="l" for="ch" forName="txNode2" refType="w" fact="0.44"/>
          <dgm:constr type="ctrY" for="ch" forName="txNode2" refType="h" fact="0.2693"/>
          <dgm:constr type="r" for="ch" forName="txNode2" refType="w"/>
          <dgm:constr type="h" for="ch" forName="txNode2" refType="h" fact="0.16"/>
          <dgm:constr type="l" for="ch" forName="txNode3" refType="w" fact="0"/>
          <dgm:constr type="ctrY" for="ch" forName="txNode3" refType="h" fact="0.3424"/>
          <dgm:constr type="r" for="ch" forName="txNode3" refType="w" fact="0.33"/>
          <dgm:constr type="h" for="ch" forName="txNode3" refType="h" fact="0.16"/>
          <dgm:constr type="l" for="ch" forName="txNode4" refType="w" fact="0.61"/>
          <dgm:constr type="ctrY" for="ch" forName="txNode4" refType="h" fact="0.4276"/>
          <dgm:constr type="r" for="ch" forName="txNode4" refType="w"/>
          <dgm:constr type="h" for="ch" forName="txNode4" refType="h" fact="0.16"/>
          <dgm:constr type="l" for="ch" forName="txNode5" refType="w" fact="0"/>
          <dgm:constr type="ctrY" for="ch" forName="txNode5" refType="h" fact="0.5218"/>
          <dgm:constr type="r" for="ch" forName="txNode5" refType="w" fact="0.5"/>
          <dgm:constr type="h" for="ch" forName="txNode5" refType="h" fact="0.16"/>
          <dgm:constr type="l" for="ch" forName="txNode6" refType="w" fact="0.71"/>
          <dgm:constr type="ctrY" for="ch" forName="txNode6" refType="h" fact="0.6179"/>
          <dgm:constr type="r" for="ch" forName="txNode6" refType="w"/>
          <dgm:constr type="h" for="ch" forName="txNode6" refType="h" fact="0.16"/>
          <dgm:constr type="l" for="ch" forName="txNode7" refType="w" fact="0.5"/>
          <dgm:constr type="b" for="ch" forName="txNode7" refType="h"/>
          <dgm:constr type="r" for="ch" forName="txNode7" refType="w"/>
          <dgm:constr type="h" for="ch" forName="txNode7" refType="h" fact="0.16"/>
          <dgm:constr type="ctrX" for="ch" forName="dotNode2" refType="w" fact="0.33"/>
          <dgm:constr type="ctrY" for="ch" forName="dotNode2" refType="h" fact="0.2693"/>
          <dgm:constr type="h" for="ch" forName="dotNode2" refType="h" fact="0.0218"/>
          <dgm:constr type="w" for="ch" forName="dotNode2" refType="h" refFor="ch" refForName="dotNode2"/>
          <dgm:constr type="ctrX" for="ch" forName="dotNode3" refType="w" fact="0.425"/>
          <dgm:constr type="ctrY" for="ch" forName="dotNode3" refType="h" fact="0.3424"/>
          <dgm:constr type="h" for="ch" forName="dotNode3" refType="h" fact="0.0218"/>
          <dgm:constr type="w" for="ch" forName="dotNode3" refType="h" refFor="ch" refForName="dotNode3"/>
          <dgm:constr type="ctrX" for="ch" forName="dotNode4" refType="w" fact="0.505"/>
          <dgm:constr type="ctrY" for="ch" forName="dotNode4" refType="h" fact="0.4276"/>
          <dgm:constr type="h" for="ch" forName="dotNode4" refType="h" fact="0.0218"/>
          <dgm:constr type="w" for="ch" forName="dotNode4" refType="h" refFor="ch" refForName="dotNode4"/>
          <dgm:constr type="ctrX" for="ch" forName="dotNode5" refType="w" fact="0.5742"/>
          <dgm:constr type="ctrY" for="ch" forName="dotNode5" refType="h" fact="0.5218"/>
          <dgm:constr type="h" for="ch" forName="dotNode5" refType="h" fact="0.0218"/>
          <dgm:constr type="w" for="ch" forName="dotNode5" refType="h" refFor="ch" refForName="dotNode5"/>
          <dgm:constr type="ctrX" for="ch" forName="dotNode6" refType="w" fact="0.63"/>
          <dgm:constr type="ctrY" for="ch" forName="dotNode6" refType="h" fact="0.6179"/>
          <dgm:constr type="h" for="ch" forName="dotNode6" refType="h" fact="0.0218"/>
          <dgm:constr type="w" for="ch" forName="dotNode6" refType="h" refFor="ch" refForName="dotNode6"/>
        </dgm:constrLst>
      </dgm:else>
    </dgm:choose>
    <dgm:forEach name="Name9" axis="self" ptType="parTrans">
      <dgm:forEach name="Name10" axis="self" ptType="sibTrans" st="2">
        <dgm:forEach name="dotRepeat" axis="self">
          <dgm:layoutNode name="dotRepeatNode" styleLbl="fgShp">
            <dgm:alg type="sp"/>
            <dgm:shape xmlns:r="http://schemas.openxmlformats.org/officeDocument/2006/relationships" type="ellipse" r:blip="">
              <dgm:adjLst/>
            </dgm:shape>
            <dgm:presOf axis="self"/>
          </dgm:layoutNode>
        </dgm:forEach>
      </dgm:forEach>
    </dgm:forEach>
    <dgm:choose name="Name11">
      <dgm:if name="Name12" axis="ch" ptType="node" func="cnt" op="gte" val="1">
        <dgm:layoutNode name="arrowNode" styleLbl="node1">
          <dgm:alg type="sp"/>
          <dgm:shape xmlns:r="http://schemas.openxmlformats.org/officeDocument/2006/relationships" rot="73.2729" type="swooshArrow" r:blip="">
            <dgm:adjLst>
              <dgm:adj idx="1" val="0.1631"/>
              <dgm:adj idx="2" val="0.3137"/>
            </dgm:adjLst>
          </dgm:shape>
          <dgm:presOf/>
        </dgm:layoutNode>
      </dgm:if>
      <dgm:else name="Name13"/>
    </dgm:choose>
    <dgm:forEach name="Name14" axis="ch" ptType="node" cnt="1">
      <dgm:layoutNode name="txNode1" styleLbl="revTx">
        <dgm:varLst>
          <dgm:bulletEnabled val="1"/>
        </dgm:varLst>
        <dgm:alg type="tx">
          <dgm:param type="txAnchorVert" val="b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15" axis="ch" ptType="node" st="2" cnt="1">
      <dgm:layoutNode name="txNode2" styleLbl="revTx">
        <dgm:varLst>
          <dgm:bulletEnabled val="1"/>
        </dgm:varLst>
        <dgm:choose name="Name16">
          <dgm:if name="Name17" axis="self" ptType="node" func="revPos" op="equ" val="1">
            <dgm:alg type="tx">
              <dgm:param type="txAnchorVert" val="t"/>
            </dgm:alg>
          </dgm:if>
          <dgm:if name="Name18" axis="self" ptType="node" func="posOdd" op="equ" val="1">
            <dgm:alg type="tx">
              <dgm:param type="parTxLTRAlign" val="r"/>
              <dgm:param type="parTxRTLAlign" val="r"/>
            </dgm:alg>
          </dgm:if>
          <dgm:else name="Name1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20">
        <dgm:if name="Name21" axis="par ch" ptType="all node" func="cnt" op="neq" val="2">
          <dgm:forEach name="Name22" axis="follow" ptType="sibTrans" cnt="1">
            <dgm:layoutNode name="dotNode2">
              <dgm:alg type="sp"/>
              <dgm:shape xmlns:r="http://schemas.openxmlformats.org/officeDocument/2006/relationships" r:blip="">
                <dgm:adjLst/>
              </dgm:shape>
              <dgm:presOf/>
              <dgm:forEach name="Name23" ref="dotRepeat"/>
            </dgm:layoutNode>
          </dgm:forEach>
        </dgm:if>
        <dgm:else name="Name24"/>
      </dgm:choose>
    </dgm:forEach>
    <dgm:forEach name="Name25" axis="ch" ptType="node" st="3" cnt="1">
      <dgm:layoutNode name="txNode3" styleLbl="revTx">
        <dgm:varLst>
          <dgm:bulletEnabled val="1"/>
        </dgm:varLst>
        <dgm:choose name="Name26">
          <dgm:if name="Name27" axis="self" ptType="node" func="revPos" op="equ" val="1">
            <dgm:alg type="tx">
              <dgm:param type="txAnchorVert" val="t"/>
            </dgm:alg>
          </dgm:if>
          <dgm:if name="Name28" axis="self" ptType="node" func="posOdd" op="equ" val="1">
            <dgm:alg type="tx">
              <dgm:param type="parTxLTRAlign" val="r"/>
              <dgm:param type="parTxRTLAlign" val="r"/>
            </dgm:alg>
          </dgm:if>
          <dgm:else name="Name2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30">
        <dgm:if name="Name31" axis="par ch" ptType="all node" func="cnt" op="neq" val="3">
          <dgm:forEach name="Name32" axis="follow" ptType="sibTrans" cnt="1">
            <dgm:layoutNode name="dotNode3">
              <dgm:alg type="sp"/>
              <dgm:shape xmlns:r="http://schemas.openxmlformats.org/officeDocument/2006/relationships" r:blip="">
                <dgm:adjLst/>
              </dgm:shape>
              <dgm:presOf/>
              <dgm:forEach name="Name33" ref="dotRepeat"/>
            </dgm:layoutNode>
          </dgm:forEach>
        </dgm:if>
        <dgm:else name="Name34"/>
      </dgm:choose>
    </dgm:forEach>
    <dgm:forEach name="Name35" axis="ch" ptType="node" st="4" cnt="1">
      <dgm:layoutNode name="txNode4" styleLbl="revTx">
        <dgm:varLst>
          <dgm:bulletEnabled val="1"/>
        </dgm:varLst>
        <dgm:choose name="Name36">
          <dgm:if name="Name37" axis="self" ptType="node" func="revPos" op="equ" val="1">
            <dgm:alg type="tx">
              <dgm:param type="txAnchorVert" val="t"/>
            </dgm:alg>
          </dgm:if>
          <dgm:if name="Name38" axis="self" ptType="node" func="posOdd" op="equ" val="1">
            <dgm:alg type="tx">
              <dgm:param type="parTxLTRAlign" val="r"/>
              <dgm:param type="parTxRTLAlign" val="r"/>
            </dgm:alg>
          </dgm:if>
          <dgm:else name="Name3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40">
        <dgm:if name="Name41" axis="par ch" ptType="all node" func="cnt" op="neq" val="4">
          <dgm:forEach name="Name42" axis="follow" ptType="sibTrans" cnt="1">
            <dgm:layoutNode name="dotNode4">
              <dgm:alg type="sp"/>
              <dgm:shape xmlns:r="http://schemas.openxmlformats.org/officeDocument/2006/relationships" r:blip="">
                <dgm:adjLst/>
              </dgm:shape>
              <dgm:presOf/>
              <dgm:forEach name="Name43" ref="dotRepeat"/>
            </dgm:layoutNode>
          </dgm:forEach>
        </dgm:if>
        <dgm:else name="Name44"/>
      </dgm:choose>
    </dgm:forEach>
    <dgm:forEach name="Name45" axis="ch" ptType="node" st="5" cnt="1">
      <dgm:layoutNode name="txNode5" styleLbl="revTx">
        <dgm:varLst>
          <dgm:bulletEnabled val="1"/>
        </dgm:varLst>
        <dgm:choose name="Name46">
          <dgm:if name="Name47" axis="self" ptType="node" func="revPos" op="equ" val="1">
            <dgm:alg type="tx">
              <dgm:param type="txAnchorVert" val="t"/>
            </dgm:alg>
          </dgm:if>
          <dgm:if name="Name48" axis="self" ptType="node" func="posOdd" op="equ" val="1">
            <dgm:alg type="tx">
              <dgm:param type="parTxLTRAlign" val="r"/>
              <dgm:param type="parTxRTLAlign" val="r"/>
            </dgm:alg>
          </dgm:if>
          <dgm:else name="Name4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50">
        <dgm:if name="Name51" axis="par ch" ptType="all node" func="cnt" op="neq" val="5">
          <dgm:forEach name="Name52" axis="follow" ptType="sibTrans" cnt="1">
            <dgm:layoutNode name="dotNode5">
              <dgm:alg type="sp"/>
              <dgm:shape xmlns:r="http://schemas.openxmlformats.org/officeDocument/2006/relationships" r:blip="">
                <dgm:adjLst/>
              </dgm:shape>
              <dgm:presOf/>
              <dgm:forEach name="Name53" ref="dotRepeat"/>
            </dgm:layoutNode>
          </dgm:forEach>
        </dgm:if>
        <dgm:else name="Name54"/>
      </dgm:choose>
    </dgm:forEach>
    <dgm:forEach name="Name55" axis="ch" ptType="node" st="6" cnt="1">
      <dgm:layoutNode name="txNode6" styleLbl="revTx">
        <dgm:varLst>
          <dgm:bulletEnabled val="1"/>
        </dgm:varLst>
        <dgm:choose name="Name56">
          <dgm:if name="Name57" axis="self" ptType="node" func="revPos" op="equ" val="1">
            <dgm:alg type="tx">
              <dgm:param type="txAnchorVert" val="t"/>
            </dgm:alg>
          </dgm:if>
          <dgm:if name="Name58" axis="self" ptType="node" func="posOdd" op="equ" val="1">
            <dgm:alg type="tx">
              <dgm:param type="parTxLTRAlign" val="r"/>
              <dgm:param type="parTxRTLAlign" val="r"/>
            </dgm:alg>
          </dgm:if>
          <dgm:else name="Name59">
            <dgm:alg type="tx">
              <dgm:param type="parTxLTRAlign" val="l"/>
              <dgm:param type="parTxRTLAlign" val="l"/>
            </dgm:alg>
          </dgm:else>
        </dgm:choose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60">
        <dgm:if name="Name61" axis="par ch" ptType="all node" func="cnt" op="neq" val="6">
          <dgm:forEach name="Name62" axis="follow" ptType="sibTrans" cnt="1">
            <dgm:layoutNode name="dotNode6">
              <dgm:alg type="sp"/>
              <dgm:shape xmlns:r="http://schemas.openxmlformats.org/officeDocument/2006/relationships" r:blip="">
                <dgm:adjLst/>
              </dgm:shape>
              <dgm:presOf/>
              <dgm:forEach name="Name63" ref="dotRepeat"/>
            </dgm:layoutNode>
          </dgm:forEach>
        </dgm:if>
        <dgm:else name="Name64"/>
      </dgm:choose>
    </dgm:forEach>
    <dgm:forEach name="Name65" axis="ch" ptType="node" st="7" cnt="1">
      <dgm:layoutNode name="txNode7" styleLbl="revTx">
        <dgm:varLst>
          <dgm:bulletEnabled val="1"/>
        </dgm:varLst>
        <dgm:alg type="tx">
          <dgm:param type="txAnchorVert" val="t"/>
        </dgm:alg>
        <dgm:shape xmlns:r="http://schemas.openxmlformats.org/officeDocument/2006/relationships" type="rect" r:blip="" zOrderOff="10">
          <dgm:adjLst/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EA738696-F769-4BBC-BCA8-BA8B960F62DD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A4951666-0C53-429B-85BD-B508BAEDE5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728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07" name="Google Shape;207;p26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217486" marR="0" lvl="0" indent="-1586" algn="l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Noto Sans Symbols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14" name="Google Shape;214;p28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0" indent="-1143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1" name="Google Shape;221;p30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8" name="Google Shape;228;p32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2" name="Google Shape;242;p34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>
          <a:extLst>
            <a:ext uri="{FF2B5EF4-FFF2-40B4-BE49-F238E27FC236}">
              <a16:creationId xmlns:a16="http://schemas.microsoft.com/office/drawing/2014/main" id="{B5D9B571-D348-5064-460C-0E84217D7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4:notes">
            <a:extLst>
              <a:ext uri="{FF2B5EF4-FFF2-40B4-BE49-F238E27FC236}">
                <a16:creationId xmlns:a16="http://schemas.microsoft.com/office/drawing/2014/main" id="{DE357735-6F7C-436C-CB4A-9EDBD9B3C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42" name="Google Shape;242;p34:notes">
            <a:extLst>
              <a:ext uri="{FF2B5EF4-FFF2-40B4-BE49-F238E27FC236}">
                <a16:creationId xmlns:a16="http://schemas.microsoft.com/office/drawing/2014/main" id="{AD146F76-ECE6-C51B-174B-A7CD010A8D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8698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2" name="Google Shape;172;p16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6" name="Google Shape;186;p20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mo"/>
              <a:buNone/>
            </a:pPr>
            <a:endParaRPr sz="1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09600" y="811213"/>
            <a:ext cx="5740400" cy="32305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93" name="Google Shape;193;p22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mo"/>
              <a:buNone/>
            </a:pPr>
            <a:endParaRPr sz="10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" y="212725"/>
            <a:ext cx="7005638" cy="3941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16" name="Google Shape;316;p54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4:notes"/>
          <p:cNvSpPr txBox="1">
            <a:spLocks noGrp="1"/>
          </p:cNvSpPr>
          <p:nvPr>
            <p:ph type="sldNum" idx="12"/>
          </p:nvPr>
        </p:nvSpPr>
        <p:spPr>
          <a:xfrm>
            <a:off x="6684963" y="9067800"/>
            <a:ext cx="2301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7800" lvl="0" indent="-11430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" y="212725"/>
            <a:ext cx="7005638" cy="3941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" y="212725"/>
            <a:ext cx="7005638" cy="3941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9:notes"/>
          <p:cNvSpPr txBox="1">
            <a:spLocks noGrp="1"/>
          </p:cNvSpPr>
          <p:nvPr>
            <p:ph type="sldNum" idx="12"/>
          </p:nvPr>
        </p:nvSpPr>
        <p:spPr>
          <a:xfrm>
            <a:off x="6684963" y="9067800"/>
            <a:ext cx="2301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" y="212725"/>
            <a:ext cx="7005638" cy="3941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40" name="Google Shape;340;p60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60:notes"/>
          <p:cNvSpPr txBox="1">
            <a:spLocks noGrp="1"/>
          </p:cNvSpPr>
          <p:nvPr>
            <p:ph type="sldNum" idx="12"/>
          </p:nvPr>
        </p:nvSpPr>
        <p:spPr>
          <a:xfrm>
            <a:off x="6684963" y="9067800"/>
            <a:ext cx="2301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" y="212725"/>
            <a:ext cx="7005638" cy="3941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54" name="Google Shape;354;p64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64:notes"/>
          <p:cNvSpPr txBox="1">
            <a:spLocks noGrp="1"/>
          </p:cNvSpPr>
          <p:nvPr>
            <p:ph type="sldNum" idx="12"/>
          </p:nvPr>
        </p:nvSpPr>
        <p:spPr>
          <a:xfrm>
            <a:off x="6684963" y="9067800"/>
            <a:ext cx="2301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" y="212725"/>
            <a:ext cx="7005638" cy="3941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61" name="Google Shape;361;p66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6:notes"/>
          <p:cNvSpPr txBox="1">
            <a:spLocks noGrp="1"/>
          </p:cNvSpPr>
          <p:nvPr>
            <p:ph type="sldNum" idx="12"/>
          </p:nvPr>
        </p:nvSpPr>
        <p:spPr>
          <a:xfrm>
            <a:off x="6684963" y="9067800"/>
            <a:ext cx="2301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" y="212725"/>
            <a:ext cx="7005638" cy="39417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68" name="Google Shape;368;p68:notes"/>
          <p:cNvSpPr txBox="1">
            <a:spLocks noGrp="1"/>
          </p:cNvSpPr>
          <p:nvPr>
            <p:ph type="body" idx="1"/>
          </p:nvPr>
        </p:nvSpPr>
        <p:spPr>
          <a:xfrm>
            <a:off x="608013" y="4394200"/>
            <a:ext cx="5694362" cy="4560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4900" rIns="91400" bIns="44900" anchor="t" anchorCtr="0">
            <a:noAutofit/>
          </a:bodyPr>
          <a:lstStyle/>
          <a:p>
            <a:pPr marL="177800" marR="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mo"/>
              <a:buNone/>
            </a:pPr>
            <a:endParaRPr sz="1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68:notes"/>
          <p:cNvSpPr txBox="1">
            <a:spLocks noGrp="1"/>
          </p:cNvSpPr>
          <p:nvPr>
            <p:ph type="sldNum" idx="12"/>
          </p:nvPr>
        </p:nvSpPr>
        <p:spPr>
          <a:xfrm>
            <a:off x="6684963" y="9067800"/>
            <a:ext cx="230187" cy="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Master" Target="../slideMasters/slideMaster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Master" Target="../slideMasters/slideMaster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90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62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75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503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4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213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42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728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56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1830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15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Option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888" y="4336532"/>
            <a:ext cx="7817379" cy="844847"/>
          </a:xfrm>
        </p:spPr>
        <p:txBody>
          <a:bodyPr wrap="square" tIns="0" anchor="b" anchorCtr="0">
            <a:noAutofit/>
          </a:bodyPr>
          <a:lstStyle>
            <a:lvl1pPr algn="l">
              <a:defRPr sz="3200" b="1" i="0" spc="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defRPr>
            </a:lvl1pPr>
          </a:lstStyle>
          <a:p>
            <a:r>
              <a:rPr lang="en-US"/>
              <a:t>Front Cover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E1E43B4-DA05-EE5A-DB7C-C8266DA534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1403" y="5180351"/>
            <a:ext cx="7817379" cy="276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500" cap="none" baseline="0" dirty="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defRPr>
            </a:lvl1pPr>
          </a:lstStyle>
          <a:p>
            <a:pPr lvl="0"/>
            <a:r>
              <a:rPr lang="en-US"/>
              <a:t>Subtitle goes here if you need 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58A656-E36C-558D-8F58-054FEEE8A1A9}"/>
              </a:ext>
            </a:extLst>
          </p:cNvPr>
          <p:cNvGrpSpPr/>
          <p:nvPr userDrawn="1"/>
        </p:nvGrpSpPr>
        <p:grpSpPr>
          <a:xfrm>
            <a:off x="3645408" y="0"/>
            <a:ext cx="8546592" cy="6858000"/>
            <a:chOff x="4334866" y="0"/>
            <a:chExt cx="4809134" cy="68580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9220EFB-427B-2770-2D54-23DA0A167308}"/>
                </a:ext>
              </a:extLst>
            </p:cNvPr>
            <p:cNvSpPr/>
            <p:nvPr userDrawn="1"/>
          </p:nvSpPr>
          <p:spPr>
            <a:xfrm>
              <a:off x="4416568" y="0"/>
              <a:ext cx="4727432" cy="6858000"/>
            </a:xfrm>
            <a:custGeom>
              <a:avLst/>
              <a:gdLst>
                <a:gd name="connsiteX0" fmla="*/ 0 w 6303242"/>
                <a:gd name="connsiteY0" fmla="*/ 0 h 6858000"/>
                <a:gd name="connsiteX1" fmla="*/ 28250 w 6303242"/>
                <a:gd name="connsiteY1" fmla="*/ 0 h 6858000"/>
                <a:gd name="connsiteX2" fmla="*/ 6303242 w 6303242"/>
                <a:gd name="connsiteY2" fmla="*/ 4764839 h 6858000"/>
                <a:gd name="connsiteX3" fmla="*/ 6303242 w 6303242"/>
                <a:gd name="connsiteY3" fmla="*/ 4764856 h 6858000"/>
                <a:gd name="connsiteX4" fmla="*/ 3544813 w 6303242"/>
                <a:gd name="connsiteY4" fmla="*/ 6858000 h 6858000"/>
                <a:gd name="connsiteX5" fmla="*/ 3516563 w 6303242"/>
                <a:gd name="connsiteY5" fmla="*/ 6858000 h 6858000"/>
                <a:gd name="connsiteX6" fmla="*/ 6274992 w 6303242"/>
                <a:gd name="connsiteY6" fmla="*/ 4764856 h 6858000"/>
                <a:gd name="connsiteX7" fmla="*/ 6274992 w 6303242"/>
                <a:gd name="connsiteY7" fmla="*/ 476483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03242" h="6858000">
                  <a:moveTo>
                    <a:pt x="0" y="0"/>
                  </a:moveTo>
                  <a:lnTo>
                    <a:pt x="28250" y="0"/>
                  </a:lnTo>
                  <a:lnTo>
                    <a:pt x="6303242" y="4764839"/>
                  </a:lnTo>
                  <a:lnTo>
                    <a:pt x="6303242" y="4764856"/>
                  </a:lnTo>
                  <a:lnTo>
                    <a:pt x="3544813" y="6858000"/>
                  </a:lnTo>
                  <a:lnTo>
                    <a:pt x="3516563" y="6858000"/>
                  </a:lnTo>
                  <a:lnTo>
                    <a:pt x="6274992" y="4764856"/>
                  </a:lnTo>
                  <a:lnTo>
                    <a:pt x="6274992" y="4764839"/>
                  </a:lnTo>
                  <a:close/>
                </a:path>
              </a:pathLst>
            </a:custGeom>
            <a:gradFill>
              <a:gsLst>
                <a:gs pos="15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 w="12700">
              <a:noFill/>
            </a:ln>
          </p:spPr>
          <p:txBody>
            <a:bodyPr vert="horz" wrap="square" lIns="137160" tIns="137160" rIns="137160" bIns="0" rtlCol="0" anchor="ctr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1800"/>
                </a:spcBef>
              </a:pPr>
              <a:endParaRPr lang="en-US" sz="210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BF6DC8C-D964-5598-769E-8EA51233A7A5}"/>
                </a:ext>
              </a:extLst>
            </p:cNvPr>
            <p:cNvSpPr/>
            <p:nvPr userDrawn="1"/>
          </p:nvSpPr>
          <p:spPr>
            <a:xfrm>
              <a:off x="4334866" y="0"/>
              <a:ext cx="4727432" cy="6858000"/>
            </a:xfrm>
            <a:custGeom>
              <a:avLst/>
              <a:gdLst>
                <a:gd name="connsiteX0" fmla="*/ 0 w 6303242"/>
                <a:gd name="connsiteY0" fmla="*/ 0 h 6858000"/>
                <a:gd name="connsiteX1" fmla="*/ 28250 w 6303242"/>
                <a:gd name="connsiteY1" fmla="*/ 0 h 6858000"/>
                <a:gd name="connsiteX2" fmla="*/ 6303242 w 6303242"/>
                <a:gd name="connsiteY2" fmla="*/ 4764839 h 6858000"/>
                <a:gd name="connsiteX3" fmla="*/ 6303242 w 6303242"/>
                <a:gd name="connsiteY3" fmla="*/ 4764856 h 6858000"/>
                <a:gd name="connsiteX4" fmla="*/ 3544813 w 6303242"/>
                <a:gd name="connsiteY4" fmla="*/ 6858000 h 6858000"/>
                <a:gd name="connsiteX5" fmla="*/ 3516563 w 6303242"/>
                <a:gd name="connsiteY5" fmla="*/ 6858000 h 6858000"/>
                <a:gd name="connsiteX6" fmla="*/ 6274992 w 6303242"/>
                <a:gd name="connsiteY6" fmla="*/ 4764856 h 6858000"/>
                <a:gd name="connsiteX7" fmla="*/ 6274992 w 6303242"/>
                <a:gd name="connsiteY7" fmla="*/ 476483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03242" h="6858000">
                  <a:moveTo>
                    <a:pt x="0" y="0"/>
                  </a:moveTo>
                  <a:lnTo>
                    <a:pt x="28250" y="0"/>
                  </a:lnTo>
                  <a:lnTo>
                    <a:pt x="6303242" y="4764839"/>
                  </a:lnTo>
                  <a:lnTo>
                    <a:pt x="6303242" y="4764856"/>
                  </a:lnTo>
                  <a:lnTo>
                    <a:pt x="3544813" y="6858000"/>
                  </a:lnTo>
                  <a:lnTo>
                    <a:pt x="3516563" y="6858000"/>
                  </a:lnTo>
                  <a:lnTo>
                    <a:pt x="6274992" y="4764856"/>
                  </a:lnTo>
                  <a:lnTo>
                    <a:pt x="6274992" y="4764839"/>
                  </a:lnTo>
                  <a:close/>
                </a:path>
              </a:pathLst>
            </a:custGeom>
            <a:gradFill>
              <a:gsLst>
                <a:gs pos="15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 w="12700">
              <a:noFill/>
            </a:ln>
          </p:spPr>
          <p:txBody>
            <a:bodyPr vert="horz" wrap="square" lIns="137160" tIns="137160" rIns="137160" bIns="0" rtlCol="0" anchor="ctr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1800"/>
                </a:spcBef>
              </a:pPr>
              <a:endParaRPr lang="en-US" sz="210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endParaRPr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3453A221-FD18-DDF4-623D-5E9A462F5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403" y="599468"/>
            <a:ext cx="3025272" cy="47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76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2811C1-03E1-A069-E1FE-7278B543C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1 Column Simple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27D076D-B990-813A-1860-1DF8C0D2BF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0" y="506894"/>
            <a:ext cx="9768341" cy="327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cap="none" baseline="0" dirty="0">
                <a:solidFill>
                  <a:schemeClr val="accent2">
                    <a:alpha val="85000"/>
                  </a:schemeClr>
                </a:solidFill>
              </a:defRPr>
            </a:lvl1pPr>
          </a:lstStyle>
          <a:p>
            <a:pPr lvl="0"/>
            <a:r>
              <a:rPr lang="en-US"/>
              <a:t>Subtitle Goes Here If You Need It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E76759F-9CBF-2D7F-FDCD-6FA5351B34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030" y="1033580"/>
            <a:ext cx="8896350" cy="47322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B440F9D-1EA8-86CF-7557-715DB199D52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1BA354B-D5EB-2E46-9A6D-B5FB9F9DF7E9}" type="datetime1">
              <a:rPr lang="en-US" smtClean="0"/>
              <a:t>1/23/2026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43CF26-A9C9-E209-F631-4BF3ACE3CCBE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2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FD3E85-B494-5273-3520-74C3F5294B2E}"/>
              </a:ext>
            </a:extLst>
          </p:cNvPr>
          <p:cNvGrpSpPr/>
          <p:nvPr userDrawn="1"/>
        </p:nvGrpSpPr>
        <p:grpSpPr>
          <a:xfrm>
            <a:off x="10848928" y="6528310"/>
            <a:ext cx="1079469" cy="225489"/>
            <a:chOff x="10615642" y="6334107"/>
            <a:chExt cx="1079469" cy="225489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60FC2AE-1176-7C52-3B9F-482D70B361D1}"/>
                </a:ext>
              </a:extLst>
            </p:cNvPr>
            <p:cNvSpPr/>
            <p:nvPr/>
          </p:nvSpPr>
          <p:spPr>
            <a:xfrm>
              <a:off x="10615642" y="6334107"/>
              <a:ext cx="138494" cy="179049"/>
            </a:xfrm>
            <a:custGeom>
              <a:avLst/>
              <a:gdLst>
                <a:gd name="connsiteX0" fmla="*/ 19790 w 138494"/>
                <a:gd name="connsiteY0" fmla="*/ 164694 h 179049"/>
                <a:gd name="connsiteX1" fmla="*/ 70241 w 138494"/>
                <a:gd name="connsiteY1" fmla="*/ 179050 h 179049"/>
                <a:gd name="connsiteX2" fmla="*/ 120691 w 138494"/>
                <a:gd name="connsiteY2" fmla="*/ 165219 h 179049"/>
                <a:gd name="connsiteX3" fmla="*/ 138495 w 138494"/>
                <a:gd name="connsiteY3" fmla="*/ 123652 h 179049"/>
                <a:gd name="connsiteX4" fmla="*/ 133060 w 138494"/>
                <a:gd name="connsiteY4" fmla="*/ 100901 h 179049"/>
                <a:gd name="connsiteX5" fmla="*/ 116418 w 138494"/>
                <a:gd name="connsiteY5" fmla="*/ 85008 h 179049"/>
                <a:gd name="connsiteX6" fmla="*/ 103449 w 138494"/>
                <a:gd name="connsiteY6" fmla="*/ 80023 h 179049"/>
                <a:gd name="connsiteX7" fmla="*/ 64168 w 138494"/>
                <a:gd name="connsiteY7" fmla="*/ 69116 h 179049"/>
                <a:gd name="connsiteX8" fmla="*/ 36620 w 138494"/>
                <a:gd name="connsiteY8" fmla="*/ 49476 h 179049"/>
                <a:gd name="connsiteX9" fmla="*/ 65330 w 138494"/>
                <a:gd name="connsiteY9" fmla="*/ 28711 h 179049"/>
                <a:gd name="connsiteX10" fmla="*/ 89581 w 138494"/>
                <a:gd name="connsiteY10" fmla="*/ 35158 h 179049"/>
                <a:gd name="connsiteX11" fmla="*/ 99026 w 138494"/>
                <a:gd name="connsiteY11" fmla="*/ 53974 h 179049"/>
                <a:gd name="connsiteX12" fmla="*/ 132610 w 138494"/>
                <a:gd name="connsiteY12" fmla="*/ 53974 h 179049"/>
                <a:gd name="connsiteX13" fmla="*/ 114806 w 138494"/>
                <a:gd name="connsiteY13" fmla="*/ 13868 h 179049"/>
                <a:gd name="connsiteX14" fmla="*/ 68291 w 138494"/>
                <a:gd name="connsiteY14" fmla="*/ 0 h 179049"/>
                <a:gd name="connsiteX15" fmla="*/ 19303 w 138494"/>
                <a:gd name="connsiteY15" fmla="*/ 13343 h 179049"/>
                <a:gd name="connsiteX16" fmla="*/ 2474 w 138494"/>
                <a:gd name="connsiteY16" fmla="*/ 51425 h 179049"/>
                <a:gd name="connsiteX17" fmla="*/ 21290 w 138494"/>
                <a:gd name="connsiteY17" fmla="*/ 90031 h 179049"/>
                <a:gd name="connsiteX18" fmla="*/ 54948 w 138494"/>
                <a:gd name="connsiteY18" fmla="*/ 101425 h 179049"/>
                <a:gd name="connsiteX19" fmla="*/ 68329 w 138494"/>
                <a:gd name="connsiteY19" fmla="*/ 104349 h 179049"/>
                <a:gd name="connsiteX20" fmla="*/ 104424 w 138494"/>
                <a:gd name="connsiteY20" fmla="*/ 128637 h 179049"/>
                <a:gd name="connsiteX21" fmla="*/ 96515 w 138494"/>
                <a:gd name="connsiteY21" fmla="*/ 144492 h 179049"/>
                <a:gd name="connsiteX22" fmla="*/ 73277 w 138494"/>
                <a:gd name="connsiteY22" fmla="*/ 149927 h 179049"/>
                <a:gd name="connsiteX23" fmla="*/ 46065 w 138494"/>
                <a:gd name="connsiteY23" fmla="*/ 142993 h 179049"/>
                <a:gd name="connsiteX24" fmla="*/ 34670 w 138494"/>
                <a:gd name="connsiteY24" fmla="*/ 122190 h 179049"/>
                <a:gd name="connsiteX25" fmla="*/ 0 w 138494"/>
                <a:gd name="connsiteY25" fmla="*/ 122190 h 179049"/>
                <a:gd name="connsiteX26" fmla="*/ 19790 w 138494"/>
                <a:gd name="connsiteY26" fmla="*/ 164732 h 17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494" h="179049">
                  <a:moveTo>
                    <a:pt x="19790" y="164694"/>
                  </a:moveTo>
                  <a:cubicBezTo>
                    <a:pt x="30997" y="174252"/>
                    <a:pt x="47827" y="179050"/>
                    <a:pt x="70241" y="179050"/>
                  </a:cubicBezTo>
                  <a:cubicBezTo>
                    <a:pt x="92655" y="179050"/>
                    <a:pt x="108847" y="174440"/>
                    <a:pt x="120691" y="165219"/>
                  </a:cubicBezTo>
                  <a:cubicBezTo>
                    <a:pt x="132572" y="155324"/>
                    <a:pt x="138495" y="141456"/>
                    <a:pt x="138495" y="123652"/>
                  </a:cubicBezTo>
                  <a:cubicBezTo>
                    <a:pt x="138495" y="115406"/>
                    <a:pt x="136883" y="107797"/>
                    <a:pt x="133060" y="100901"/>
                  </a:cubicBezTo>
                  <a:cubicBezTo>
                    <a:pt x="129536" y="94566"/>
                    <a:pt x="123614" y="88607"/>
                    <a:pt x="116418" y="85008"/>
                  </a:cubicBezTo>
                  <a:cubicBezTo>
                    <a:pt x="111845" y="82722"/>
                    <a:pt x="109071" y="81748"/>
                    <a:pt x="103449" y="80023"/>
                  </a:cubicBezTo>
                  <a:cubicBezTo>
                    <a:pt x="97377" y="78187"/>
                    <a:pt x="67205" y="69941"/>
                    <a:pt x="64168" y="69116"/>
                  </a:cubicBezTo>
                  <a:cubicBezTo>
                    <a:pt x="47339" y="65031"/>
                    <a:pt x="36694" y="59408"/>
                    <a:pt x="36620" y="49476"/>
                  </a:cubicBezTo>
                  <a:cubicBezTo>
                    <a:pt x="37482" y="30248"/>
                    <a:pt x="55435" y="28711"/>
                    <a:pt x="65330" y="28711"/>
                  </a:cubicBezTo>
                  <a:cubicBezTo>
                    <a:pt x="75226" y="28711"/>
                    <a:pt x="83659" y="30847"/>
                    <a:pt x="89581" y="35158"/>
                  </a:cubicBezTo>
                  <a:cubicBezTo>
                    <a:pt x="100226" y="43441"/>
                    <a:pt x="99026" y="53974"/>
                    <a:pt x="99026" y="53974"/>
                  </a:cubicBezTo>
                  <a:lnTo>
                    <a:pt x="132610" y="53974"/>
                  </a:lnTo>
                  <a:cubicBezTo>
                    <a:pt x="131935" y="37482"/>
                    <a:pt x="126013" y="24101"/>
                    <a:pt x="114806" y="13868"/>
                  </a:cubicBezTo>
                  <a:cubicBezTo>
                    <a:pt x="103936" y="4648"/>
                    <a:pt x="88419" y="0"/>
                    <a:pt x="68291" y="0"/>
                  </a:cubicBezTo>
                  <a:cubicBezTo>
                    <a:pt x="46852" y="0"/>
                    <a:pt x="30510" y="4460"/>
                    <a:pt x="19303" y="13343"/>
                  </a:cubicBezTo>
                  <a:cubicBezTo>
                    <a:pt x="8059" y="22564"/>
                    <a:pt x="2474" y="35270"/>
                    <a:pt x="2474" y="51425"/>
                  </a:cubicBezTo>
                  <a:cubicBezTo>
                    <a:pt x="2511" y="72190"/>
                    <a:pt x="12369" y="84409"/>
                    <a:pt x="21290" y="90031"/>
                  </a:cubicBezTo>
                  <a:cubicBezTo>
                    <a:pt x="26724" y="93292"/>
                    <a:pt x="39018" y="98239"/>
                    <a:pt x="54948" y="101425"/>
                  </a:cubicBezTo>
                  <a:lnTo>
                    <a:pt x="68329" y="104349"/>
                  </a:lnTo>
                  <a:cubicBezTo>
                    <a:pt x="91530" y="110009"/>
                    <a:pt x="104836" y="117168"/>
                    <a:pt x="104424" y="128637"/>
                  </a:cubicBezTo>
                  <a:cubicBezTo>
                    <a:pt x="104161" y="135571"/>
                    <a:pt x="101800" y="140856"/>
                    <a:pt x="96515" y="144492"/>
                  </a:cubicBezTo>
                  <a:cubicBezTo>
                    <a:pt x="91680" y="147790"/>
                    <a:pt x="83472" y="149927"/>
                    <a:pt x="73277" y="149927"/>
                  </a:cubicBezTo>
                  <a:cubicBezTo>
                    <a:pt x="61732" y="149927"/>
                    <a:pt x="52662" y="147603"/>
                    <a:pt x="46065" y="142993"/>
                  </a:cubicBezTo>
                  <a:cubicBezTo>
                    <a:pt x="39805" y="139020"/>
                    <a:pt x="36020" y="132123"/>
                    <a:pt x="34670" y="122190"/>
                  </a:cubicBezTo>
                  <a:lnTo>
                    <a:pt x="0" y="122190"/>
                  </a:lnTo>
                  <a:cubicBezTo>
                    <a:pt x="975" y="141006"/>
                    <a:pt x="7571" y="155174"/>
                    <a:pt x="19790" y="164732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FF79995-0178-329B-C09B-9374632680DE}"/>
                </a:ext>
              </a:extLst>
            </p:cNvPr>
            <p:cNvSpPr/>
            <p:nvPr/>
          </p:nvSpPr>
          <p:spPr>
            <a:xfrm>
              <a:off x="10761257" y="6374812"/>
              <a:ext cx="124813" cy="184784"/>
            </a:xfrm>
            <a:custGeom>
              <a:avLst/>
              <a:gdLst>
                <a:gd name="connsiteX0" fmla="*/ 90481 w 124813"/>
                <a:gd name="connsiteY0" fmla="*/ 70428 h 184784"/>
                <a:gd name="connsiteX1" fmla="*/ 61657 w 124813"/>
                <a:gd name="connsiteY1" fmla="*/ 30173 h 184784"/>
                <a:gd name="connsiteX2" fmla="*/ 33808 w 124813"/>
                <a:gd name="connsiteY2" fmla="*/ 70428 h 184784"/>
                <a:gd name="connsiteX3" fmla="*/ 62632 w 124813"/>
                <a:gd name="connsiteY3" fmla="*/ 109222 h 184784"/>
                <a:gd name="connsiteX4" fmla="*/ 90481 w 124813"/>
                <a:gd name="connsiteY4" fmla="*/ 70428 h 184784"/>
                <a:gd name="connsiteX5" fmla="*/ 33808 w 124813"/>
                <a:gd name="connsiteY5" fmla="*/ 167880 h 184784"/>
                <a:gd name="connsiteX6" fmla="*/ 16904 w 124813"/>
                <a:gd name="connsiteY6" fmla="*/ 184785 h 184784"/>
                <a:gd name="connsiteX7" fmla="*/ 0 w 124813"/>
                <a:gd name="connsiteY7" fmla="*/ 184785 h 184784"/>
                <a:gd name="connsiteX8" fmla="*/ 0 w 124813"/>
                <a:gd name="connsiteY8" fmla="*/ 60983 h 184784"/>
                <a:gd name="connsiteX9" fmla="*/ 63981 w 124813"/>
                <a:gd name="connsiteY9" fmla="*/ 0 h 184784"/>
                <a:gd name="connsiteX10" fmla="*/ 110608 w 124813"/>
                <a:gd name="connsiteY10" fmla="*/ 19715 h 184784"/>
                <a:gd name="connsiteX11" fmla="*/ 124814 w 124813"/>
                <a:gd name="connsiteY11" fmla="*/ 68929 h 184784"/>
                <a:gd name="connsiteX12" fmla="*/ 109896 w 124813"/>
                <a:gd name="connsiteY12" fmla="*/ 119641 h 184784"/>
                <a:gd name="connsiteX13" fmla="*/ 71590 w 124813"/>
                <a:gd name="connsiteY13" fmla="*/ 138532 h 184784"/>
                <a:gd name="connsiteX14" fmla="*/ 33771 w 124813"/>
                <a:gd name="connsiteY14" fmla="*/ 126988 h 184784"/>
                <a:gd name="connsiteX15" fmla="*/ 33771 w 124813"/>
                <a:gd name="connsiteY15" fmla="*/ 167880 h 18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4813" h="184784">
                  <a:moveTo>
                    <a:pt x="90481" y="70428"/>
                  </a:moveTo>
                  <a:cubicBezTo>
                    <a:pt x="90481" y="57497"/>
                    <a:pt x="88119" y="30173"/>
                    <a:pt x="61657" y="30173"/>
                  </a:cubicBezTo>
                  <a:cubicBezTo>
                    <a:pt x="35195" y="30173"/>
                    <a:pt x="33808" y="56860"/>
                    <a:pt x="33808" y="70428"/>
                  </a:cubicBezTo>
                  <a:cubicBezTo>
                    <a:pt x="33808" y="104836"/>
                    <a:pt x="53374" y="109222"/>
                    <a:pt x="62632" y="109222"/>
                  </a:cubicBezTo>
                  <a:cubicBezTo>
                    <a:pt x="86657" y="109222"/>
                    <a:pt x="90481" y="83734"/>
                    <a:pt x="90481" y="70428"/>
                  </a:cubicBezTo>
                  <a:moveTo>
                    <a:pt x="33808" y="167880"/>
                  </a:moveTo>
                  <a:cubicBezTo>
                    <a:pt x="33808" y="176726"/>
                    <a:pt x="26912" y="184785"/>
                    <a:pt x="16904" y="184785"/>
                  </a:cubicBezTo>
                  <a:lnTo>
                    <a:pt x="0" y="184785"/>
                  </a:lnTo>
                  <a:lnTo>
                    <a:pt x="0" y="60983"/>
                  </a:lnTo>
                  <a:cubicBezTo>
                    <a:pt x="1949" y="28036"/>
                    <a:pt x="13943" y="1799"/>
                    <a:pt x="63981" y="0"/>
                  </a:cubicBezTo>
                  <a:cubicBezTo>
                    <a:pt x="85608" y="262"/>
                    <a:pt x="101313" y="8883"/>
                    <a:pt x="110608" y="19715"/>
                  </a:cubicBezTo>
                  <a:cubicBezTo>
                    <a:pt x="120541" y="32647"/>
                    <a:pt x="124814" y="48726"/>
                    <a:pt x="124814" y="68929"/>
                  </a:cubicBezTo>
                  <a:cubicBezTo>
                    <a:pt x="124814" y="89131"/>
                    <a:pt x="119829" y="106710"/>
                    <a:pt x="109896" y="119641"/>
                  </a:cubicBezTo>
                  <a:cubicBezTo>
                    <a:pt x="99963" y="132235"/>
                    <a:pt x="87182" y="138532"/>
                    <a:pt x="71590" y="138532"/>
                  </a:cubicBezTo>
                  <a:cubicBezTo>
                    <a:pt x="48201" y="138532"/>
                    <a:pt x="36882" y="128787"/>
                    <a:pt x="33771" y="126988"/>
                  </a:cubicBezTo>
                  <a:cubicBezTo>
                    <a:pt x="33771" y="128112"/>
                    <a:pt x="33771" y="167880"/>
                    <a:pt x="33771" y="167880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C5A0D74-D1E3-4D96-FB08-262604C2895D}"/>
                </a:ext>
              </a:extLst>
            </p:cNvPr>
            <p:cNvSpPr/>
            <p:nvPr/>
          </p:nvSpPr>
          <p:spPr>
            <a:xfrm>
              <a:off x="10893867" y="6375337"/>
              <a:ext cx="121215" cy="137032"/>
            </a:xfrm>
            <a:custGeom>
              <a:avLst/>
              <a:gdLst>
                <a:gd name="connsiteX0" fmla="*/ 61882 w 121215"/>
                <a:gd name="connsiteY0" fmla="*/ 108322 h 137032"/>
                <a:gd name="connsiteX1" fmla="*/ 35495 w 121215"/>
                <a:gd name="connsiteY1" fmla="*/ 77662 h 137032"/>
                <a:gd name="connsiteX2" fmla="*/ 121215 w 121215"/>
                <a:gd name="connsiteY2" fmla="*/ 77662 h 137032"/>
                <a:gd name="connsiteX3" fmla="*/ 121215 w 121215"/>
                <a:gd name="connsiteY3" fmla="*/ 67392 h 137032"/>
                <a:gd name="connsiteX4" fmla="*/ 105398 w 121215"/>
                <a:gd name="connsiteY4" fmla="*/ 17804 h 137032"/>
                <a:gd name="connsiteX5" fmla="*/ 59371 w 121215"/>
                <a:gd name="connsiteY5" fmla="*/ 0 h 137032"/>
                <a:gd name="connsiteX6" fmla="*/ 15330 w 121215"/>
                <a:gd name="connsiteY6" fmla="*/ 18291 h 137032"/>
                <a:gd name="connsiteX7" fmla="*/ 0 w 121215"/>
                <a:gd name="connsiteY7" fmla="*/ 67767 h 137032"/>
                <a:gd name="connsiteX8" fmla="*/ 15817 w 121215"/>
                <a:gd name="connsiteY8" fmla="*/ 118742 h 137032"/>
                <a:gd name="connsiteX9" fmla="*/ 59858 w 121215"/>
                <a:gd name="connsiteY9" fmla="*/ 137033 h 137032"/>
                <a:gd name="connsiteX10" fmla="*/ 98464 w 121215"/>
                <a:gd name="connsiteY10" fmla="*/ 125639 h 137032"/>
                <a:gd name="connsiteX11" fmla="*/ 119304 w 121215"/>
                <a:gd name="connsiteY11" fmla="*/ 93929 h 137032"/>
                <a:gd name="connsiteX12" fmla="*/ 89506 w 121215"/>
                <a:gd name="connsiteY12" fmla="*/ 93929 h 137032"/>
                <a:gd name="connsiteX13" fmla="*/ 61882 w 121215"/>
                <a:gd name="connsiteY13" fmla="*/ 108322 h 137032"/>
                <a:gd name="connsiteX14" fmla="*/ 60420 w 121215"/>
                <a:gd name="connsiteY14" fmla="*/ 28636 h 137032"/>
                <a:gd name="connsiteX15" fmla="*/ 85645 w 121215"/>
                <a:gd name="connsiteY15" fmla="*/ 55360 h 137032"/>
                <a:gd name="connsiteX16" fmla="*/ 35195 w 121215"/>
                <a:gd name="connsiteY16" fmla="*/ 55360 h 137032"/>
                <a:gd name="connsiteX17" fmla="*/ 60420 w 121215"/>
                <a:gd name="connsiteY17" fmla="*/ 28636 h 13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215" h="137032">
                  <a:moveTo>
                    <a:pt x="61882" y="108322"/>
                  </a:moveTo>
                  <a:cubicBezTo>
                    <a:pt x="53299" y="107872"/>
                    <a:pt x="36994" y="106223"/>
                    <a:pt x="35495" y="77662"/>
                  </a:cubicBezTo>
                  <a:lnTo>
                    <a:pt x="121215" y="77662"/>
                  </a:lnTo>
                  <a:cubicBezTo>
                    <a:pt x="121215" y="76800"/>
                    <a:pt x="121215" y="67392"/>
                    <a:pt x="121215" y="67392"/>
                  </a:cubicBezTo>
                  <a:cubicBezTo>
                    <a:pt x="120616" y="45878"/>
                    <a:pt x="115481" y="29835"/>
                    <a:pt x="105398" y="17804"/>
                  </a:cubicBezTo>
                  <a:cubicBezTo>
                    <a:pt x="94529" y="5922"/>
                    <a:pt x="79161" y="0"/>
                    <a:pt x="59371" y="0"/>
                  </a:cubicBezTo>
                  <a:cubicBezTo>
                    <a:pt x="39581" y="0"/>
                    <a:pt x="25900" y="6110"/>
                    <a:pt x="15330" y="18291"/>
                  </a:cubicBezTo>
                  <a:cubicBezTo>
                    <a:pt x="5097" y="30173"/>
                    <a:pt x="0" y="46665"/>
                    <a:pt x="0" y="67767"/>
                  </a:cubicBezTo>
                  <a:cubicBezTo>
                    <a:pt x="0" y="88869"/>
                    <a:pt x="5285" y="106860"/>
                    <a:pt x="15817" y="118742"/>
                  </a:cubicBezTo>
                  <a:cubicBezTo>
                    <a:pt x="26350" y="130961"/>
                    <a:pt x="41042" y="137033"/>
                    <a:pt x="59858" y="137033"/>
                  </a:cubicBezTo>
                  <a:cubicBezTo>
                    <a:pt x="75375" y="137033"/>
                    <a:pt x="88232" y="133247"/>
                    <a:pt x="98464" y="125639"/>
                  </a:cubicBezTo>
                  <a:cubicBezTo>
                    <a:pt x="108697" y="118367"/>
                    <a:pt x="115668" y="107797"/>
                    <a:pt x="119304" y="93929"/>
                  </a:cubicBezTo>
                  <a:lnTo>
                    <a:pt x="89506" y="93929"/>
                  </a:lnTo>
                  <a:cubicBezTo>
                    <a:pt x="85121" y="106373"/>
                    <a:pt x="73914" y="108922"/>
                    <a:pt x="61882" y="108322"/>
                  </a:cubicBezTo>
                  <a:moveTo>
                    <a:pt x="60420" y="28636"/>
                  </a:moveTo>
                  <a:cubicBezTo>
                    <a:pt x="81672" y="28336"/>
                    <a:pt x="84971" y="46440"/>
                    <a:pt x="85645" y="55360"/>
                  </a:cubicBezTo>
                  <a:lnTo>
                    <a:pt x="35195" y="55360"/>
                  </a:lnTo>
                  <a:cubicBezTo>
                    <a:pt x="35195" y="55360"/>
                    <a:pt x="34783" y="29123"/>
                    <a:pt x="60420" y="28636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93D6A74-B4B7-6336-4F94-BB27DA5F83F0}"/>
                </a:ext>
              </a:extLst>
            </p:cNvPr>
            <p:cNvSpPr/>
            <p:nvPr/>
          </p:nvSpPr>
          <p:spPr>
            <a:xfrm>
              <a:off x="11023029" y="6375290"/>
              <a:ext cx="119153" cy="137042"/>
            </a:xfrm>
            <a:custGeom>
              <a:avLst/>
              <a:gdLst>
                <a:gd name="connsiteX0" fmla="*/ 86620 w 119153"/>
                <a:gd name="connsiteY0" fmla="*/ 94014 h 137042"/>
                <a:gd name="connsiteX1" fmla="*/ 119154 w 119153"/>
                <a:gd name="connsiteY1" fmla="*/ 94014 h 137042"/>
                <a:gd name="connsiteX2" fmla="*/ 61207 w 119153"/>
                <a:gd name="connsiteY2" fmla="*/ 137043 h 137042"/>
                <a:gd name="connsiteX3" fmla="*/ 0 w 119153"/>
                <a:gd name="connsiteY3" fmla="*/ 71712 h 137042"/>
                <a:gd name="connsiteX4" fmla="*/ 59296 w 119153"/>
                <a:gd name="connsiteY4" fmla="*/ 10 h 137042"/>
                <a:gd name="connsiteX5" fmla="*/ 118179 w 119153"/>
                <a:gd name="connsiteY5" fmla="*/ 43038 h 137042"/>
                <a:gd name="connsiteX6" fmla="*/ 83546 w 119153"/>
                <a:gd name="connsiteY6" fmla="*/ 43038 h 137042"/>
                <a:gd name="connsiteX7" fmla="*/ 59558 w 119153"/>
                <a:gd name="connsiteY7" fmla="*/ 28683 h 137042"/>
                <a:gd name="connsiteX8" fmla="*/ 33546 w 119153"/>
                <a:gd name="connsiteY8" fmla="*/ 66914 h 137042"/>
                <a:gd name="connsiteX9" fmla="*/ 61020 w 119153"/>
                <a:gd name="connsiteY9" fmla="*/ 108332 h 137042"/>
                <a:gd name="connsiteX10" fmla="*/ 86620 w 119153"/>
                <a:gd name="connsiteY10" fmla="*/ 93976 h 13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153" h="137042">
                  <a:moveTo>
                    <a:pt x="86620" y="94014"/>
                  </a:moveTo>
                  <a:lnTo>
                    <a:pt x="119154" y="94014"/>
                  </a:lnTo>
                  <a:cubicBezTo>
                    <a:pt x="119154" y="94014"/>
                    <a:pt x="110308" y="137043"/>
                    <a:pt x="61207" y="137043"/>
                  </a:cubicBezTo>
                  <a:cubicBezTo>
                    <a:pt x="12107" y="137043"/>
                    <a:pt x="0" y="97612"/>
                    <a:pt x="0" y="71712"/>
                  </a:cubicBezTo>
                  <a:cubicBezTo>
                    <a:pt x="0" y="45812"/>
                    <a:pt x="4610" y="1546"/>
                    <a:pt x="59296" y="10"/>
                  </a:cubicBezTo>
                  <a:cubicBezTo>
                    <a:pt x="109859" y="-740"/>
                    <a:pt x="118179" y="43038"/>
                    <a:pt x="118179" y="43038"/>
                  </a:cubicBezTo>
                  <a:lnTo>
                    <a:pt x="83546" y="43038"/>
                  </a:lnTo>
                  <a:cubicBezTo>
                    <a:pt x="83546" y="43038"/>
                    <a:pt x="80173" y="28233"/>
                    <a:pt x="59558" y="28683"/>
                  </a:cubicBezTo>
                  <a:cubicBezTo>
                    <a:pt x="38943" y="29133"/>
                    <a:pt x="33546" y="48511"/>
                    <a:pt x="33546" y="66914"/>
                  </a:cubicBezTo>
                  <a:cubicBezTo>
                    <a:pt x="33546" y="85318"/>
                    <a:pt x="38119" y="108332"/>
                    <a:pt x="61020" y="108332"/>
                  </a:cubicBezTo>
                  <a:cubicBezTo>
                    <a:pt x="82797" y="109006"/>
                    <a:pt x="84708" y="97237"/>
                    <a:pt x="86620" y="93976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DDE8793-EB19-0248-433C-9F9D01508D1B}"/>
                </a:ext>
              </a:extLst>
            </p:cNvPr>
            <p:cNvSpPr/>
            <p:nvPr/>
          </p:nvSpPr>
          <p:spPr>
            <a:xfrm>
              <a:off x="11150017" y="6339654"/>
              <a:ext cx="54460" cy="169716"/>
            </a:xfrm>
            <a:custGeom>
              <a:avLst/>
              <a:gdLst>
                <a:gd name="connsiteX0" fmla="*/ 34108 w 54460"/>
                <a:gd name="connsiteY0" fmla="*/ 73764 h 169716"/>
                <a:gd name="connsiteX1" fmla="*/ 54461 w 54460"/>
                <a:gd name="connsiteY1" fmla="*/ 73764 h 169716"/>
                <a:gd name="connsiteX2" fmla="*/ 54461 w 54460"/>
                <a:gd name="connsiteY2" fmla="*/ 39093 h 169716"/>
                <a:gd name="connsiteX3" fmla="*/ 34146 w 54460"/>
                <a:gd name="connsiteY3" fmla="*/ 39093 h 169716"/>
                <a:gd name="connsiteX4" fmla="*/ 34146 w 54460"/>
                <a:gd name="connsiteY4" fmla="*/ 16829 h 169716"/>
                <a:gd name="connsiteX5" fmla="*/ 17804 w 54460"/>
                <a:gd name="connsiteY5" fmla="*/ 0 h 169716"/>
                <a:gd name="connsiteX6" fmla="*/ 0 w 54460"/>
                <a:gd name="connsiteY6" fmla="*/ 0 h 169716"/>
                <a:gd name="connsiteX7" fmla="*/ 0 w 54460"/>
                <a:gd name="connsiteY7" fmla="*/ 145466 h 169716"/>
                <a:gd name="connsiteX8" fmla="*/ 18628 w 54460"/>
                <a:gd name="connsiteY8" fmla="*/ 169717 h 169716"/>
                <a:gd name="connsiteX9" fmla="*/ 34108 w 54460"/>
                <a:gd name="connsiteY9" fmla="*/ 169717 h 169716"/>
                <a:gd name="connsiteX10" fmla="*/ 34108 w 54460"/>
                <a:gd name="connsiteY10" fmla="*/ 73764 h 16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460" h="169716">
                  <a:moveTo>
                    <a:pt x="34108" y="73764"/>
                  </a:moveTo>
                  <a:lnTo>
                    <a:pt x="54461" y="73764"/>
                  </a:lnTo>
                  <a:lnTo>
                    <a:pt x="54461" y="39093"/>
                  </a:lnTo>
                  <a:lnTo>
                    <a:pt x="34146" y="39093"/>
                  </a:lnTo>
                  <a:lnTo>
                    <a:pt x="34146" y="16829"/>
                  </a:lnTo>
                  <a:cubicBezTo>
                    <a:pt x="34146" y="10720"/>
                    <a:pt x="30735" y="0"/>
                    <a:pt x="17804" y="0"/>
                  </a:cubicBezTo>
                  <a:lnTo>
                    <a:pt x="0" y="0"/>
                  </a:lnTo>
                  <a:lnTo>
                    <a:pt x="0" y="145466"/>
                  </a:lnTo>
                  <a:cubicBezTo>
                    <a:pt x="0" y="160646"/>
                    <a:pt x="5885" y="169717"/>
                    <a:pt x="18628" y="169717"/>
                  </a:cubicBezTo>
                  <a:cubicBezTo>
                    <a:pt x="18778" y="169717"/>
                    <a:pt x="33583" y="169717"/>
                    <a:pt x="34108" y="169717"/>
                  </a:cubicBezTo>
                  <a:lnTo>
                    <a:pt x="34108" y="73764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909BF27-F2FB-FF58-1DD9-69C4AAD5BE42}"/>
                </a:ext>
              </a:extLst>
            </p:cNvPr>
            <p:cNvSpPr/>
            <p:nvPr/>
          </p:nvSpPr>
          <p:spPr>
            <a:xfrm>
              <a:off x="11206127" y="6378020"/>
              <a:ext cx="74213" cy="131651"/>
            </a:xfrm>
            <a:custGeom>
              <a:avLst/>
              <a:gdLst>
                <a:gd name="connsiteX0" fmla="*/ 34596 w 74213"/>
                <a:gd name="connsiteY0" fmla="*/ 131614 h 131651"/>
                <a:gd name="connsiteX1" fmla="*/ 34596 w 74213"/>
                <a:gd name="connsiteY1" fmla="*/ 63847 h 131651"/>
                <a:gd name="connsiteX2" fmla="*/ 41530 w 74213"/>
                <a:gd name="connsiteY2" fmla="*/ 42070 h 131651"/>
                <a:gd name="connsiteX3" fmla="*/ 62819 w 74213"/>
                <a:gd name="connsiteY3" fmla="*/ 35136 h 131651"/>
                <a:gd name="connsiteX4" fmla="*/ 74214 w 74213"/>
                <a:gd name="connsiteY4" fmla="*/ 35136 h 131651"/>
                <a:gd name="connsiteX5" fmla="*/ 74214 w 74213"/>
                <a:gd name="connsiteY5" fmla="*/ 16 h 131651"/>
                <a:gd name="connsiteX6" fmla="*/ 43291 w 74213"/>
                <a:gd name="connsiteY6" fmla="*/ 3501 h 131651"/>
                <a:gd name="connsiteX7" fmla="*/ 21290 w 74213"/>
                <a:gd name="connsiteY7" fmla="*/ 14371 h 131651"/>
                <a:gd name="connsiteX8" fmla="*/ 5697 w 74213"/>
                <a:gd name="connsiteY8" fmla="*/ 35398 h 131651"/>
                <a:gd name="connsiteX9" fmla="*/ 0 w 74213"/>
                <a:gd name="connsiteY9" fmla="*/ 67820 h 131651"/>
                <a:gd name="connsiteX10" fmla="*/ 0 w 74213"/>
                <a:gd name="connsiteY10" fmla="*/ 131651 h 131651"/>
                <a:gd name="connsiteX11" fmla="*/ 34633 w 74213"/>
                <a:gd name="connsiteY11" fmla="*/ 131651 h 13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213" h="131651">
                  <a:moveTo>
                    <a:pt x="34596" y="131614"/>
                  </a:moveTo>
                  <a:lnTo>
                    <a:pt x="34596" y="63847"/>
                  </a:lnTo>
                  <a:cubicBezTo>
                    <a:pt x="34596" y="53952"/>
                    <a:pt x="36882" y="46718"/>
                    <a:pt x="41530" y="42070"/>
                  </a:cubicBezTo>
                  <a:cubicBezTo>
                    <a:pt x="46140" y="37460"/>
                    <a:pt x="53224" y="35136"/>
                    <a:pt x="62819" y="35136"/>
                  </a:cubicBezTo>
                  <a:lnTo>
                    <a:pt x="74214" y="35136"/>
                  </a:lnTo>
                  <a:lnTo>
                    <a:pt x="74214" y="16"/>
                  </a:lnTo>
                  <a:cubicBezTo>
                    <a:pt x="74214" y="16"/>
                    <a:pt x="56297" y="-434"/>
                    <a:pt x="43291" y="3501"/>
                  </a:cubicBezTo>
                  <a:cubicBezTo>
                    <a:pt x="34933" y="6013"/>
                    <a:pt x="27549" y="9423"/>
                    <a:pt x="21290" y="14371"/>
                  </a:cubicBezTo>
                  <a:cubicBezTo>
                    <a:pt x="14693" y="19656"/>
                    <a:pt x="9483" y="26665"/>
                    <a:pt x="5697" y="35398"/>
                  </a:cubicBezTo>
                  <a:cubicBezTo>
                    <a:pt x="1912" y="44131"/>
                    <a:pt x="0" y="54926"/>
                    <a:pt x="0" y="67820"/>
                  </a:cubicBezTo>
                  <a:lnTo>
                    <a:pt x="0" y="131651"/>
                  </a:lnTo>
                  <a:lnTo>
                    <a:pt x="34633" y="131651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7CFEFD7-E086-E087-FC9B-CCCE535FDC20}"/>
                </a:ext>
              </a:extLst>
            </p:cNvPr>
            <p:cNvSpPr/>
            <p:nvPr/>
          </p:nvSpPr>
          <p:spPr>
            <a:xfrm>
              <a:off x="11290085" y="6378223"/>
              <a:ext cx="114779" cy="133922"/>
            </a:xfrm>
            <a:custGeom>
              <a:avLst/>
              <a:gdLst>
                <a:gd name="connsiteX0" fmla="*/ 0 w 114779"/>
                <a:gd name="connsiteY0" fmla="*/ 0 h 133922"/>
                <a:gd name="connsiteX1" fmla="*/ 34633 w 114779"/>
                <a:gd name="connsiteY1" fmla="*/ 0 h 133922"/>
                <a:gd name="connsiteX2" fmla="*/ 34633 w 114779"/>
                <a:gd name="connsiteY2" fmla="*/ 84109 h 133922"/>
                <a:gd name="connsiteX3" fmla="*/ 57384 w 114779"/>
                <a:gd name="connsiteY3" fmla="*/ 106860 h 133922"/>
                <a:gd name="connsiteX4" fmla="*/ 80623 w 114779"/>
                <a:gd name="connsiteY4" fmla="*/ 85083 h 133922"/>
                <a:gd name="connsiteX5" fmla="*/ 80623 w 114779"/>
                <a:gd name="connsiteY5" fmla="*/ 16342 h 133922"/>
                <a:gd name="connsiteX6" fmla="*/ 96815 w 114779"/>
                <a:gd name="connsiteY6" fmla="*/ 37 h 133922"/>
                <a:gd name="connsiteX7" fmla="*/ 114769 w 114779"/>
                <a:gd name="connsiteY7" fmla="*/ 37 h 133922"/>
                <a:gd name="connsiteX8" fmla="*/ 114769 w 114779"/>
                <a:gd name="connsiteY8" fmla="*/ 78149 h 133922"/>
                <a:gd name="connsiteX9" fmla="*/ 57384 w 114779"/>
                <a:gd name="connsiteY9" fmla="*/ 133922 h 133922"/>
                <a:gd name="connsiteX10" fmla="*/ 0 w 114779"/>
                <a:gd name="connsiteY10" fmla="*/ 78487 h 133922"/>
                <a:gd name="connsiteX11" fmla="*/ 0 w 114779"/>
                <a:gd name="connsiteY11" fmla="*/ 0 h 13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779" h="133922">
                  <a:moveTo>
                    <a:pt x="0" y="0"/>
                  </a:moveTo>
                  <a:lnTo>
                    <a:pt x="34633" y="0"/>
                  </a:lnTo>
                  <a:lnTo>
                    <a:pt x="34633" y="84109"/>
                  </a:lnTo>
                  <a:cubicBezTo>
                    <a:pt x="34633" y="84109"/>
                    <a:pt x="33396" y="106860"/>
                    <a:pt x="57384" y="106860"/>
                  </a:cubicBezTo>
                  <a:cubicBezTo>
                    <a:pt x="80023" y="106860"/>
                    <a:pt x="80585" y="86508"/>
                    <a:pt x="80623" y="85083"/>
                  </a:cubicBezTo>
                  <a:lnTo>
                    <a:pt x="80623" y="16342"/>
                  </a:lnTo>
                  <a:cubicBezTo>
                    <a:pt x="80623" y="16342"/>
                    <a:pt x="81785" y="37"/>
                    <a:pt x="96815" y="37"/>
                  </a:cubicBezTo>
                  <a:lnTo>
                    <a:pt x="114769" y="37"/>
                  </a:lnTo>
                  <a:cubicBezTo>
                    <a:pt x="114769" y="37"/>
                    <a:pt x="114769" y="77400"/>
                    <a:pt x="114769" y="78149"/>
                  </a:cubicBezTo>
                  <a:cubicBezTo>
                    <a:pt x="114544" y="82422"/>
                    <a:pt x="119304" y="134147"/>
                    <a:pt x="57384" y="133922"/>
                  </a:cubicBezTo>
                  <a:cubicBezTo>
                    <a:pt x="-3973" y="133922"/>
                    <a:pt x="375" y="81598"/>
                    <a:pt x="0" y="784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3C7BD6E-826B-D3E4-2D65-7E35B837CF10}"/>
                </a:ext>
              </a:extLst>
            </p:cNvPr>
            <p:cNvSpPr/>
            <p:nvPr/>
          </p:nvSpPr>
          <p:spPr>
            <a:xfrm>
              <a:off x="11414562" y="6374810"/>
              <a:ext cx="198652" cy="135235"/>
            </a:xfrm>
            <a:custGeom>
              <a:avLst/>
              <a:gdLst>
                <a:gd name="connsiteX0" fmla="*/ 115368 w 198652"/>
                <a:gd name="connsiteY0" fmla="*/ 135236 h 135235"/>
                <a:gd name="connsiteX1" fmla="*/ 81073 w 198652"/>
                <a:gd name="connsiteY1" fmla="*/ 135236 h 135235"/>
                <a:gd name="connsiteX2" fmla="*/ 81073 w 198652"/>
                <a:gd name="connsiteY2" fmla="*/ 50715 h 135235"/>
                <a:gd name="connsiteX3" fmla="*/ 57684 w 198652"/>
                <a:gd name="connsiteY3" fmla="*/ 27851 h 135235"/>
                <a:gd name="connsiteX4" fmla="*/ 34820 w 198652"/>
                <a:gd name="connsiteY4" fmla="*/ 50715 h 135235"/>
                <a:gd name="connsiteX5" fmla="*/ 34820 w 198652"/>
                <a:gd name="connsiteY5" fmla="*/ 135236 h 135235"/>
                <a:gd name="connsiteX6" fmla="*/ 0 w 198652"/>
                <a:gd name="connsiteY6" fmla="*/ 135236 h 135235"/>
                <a:gd name="connsiteX7" fmla="*/ 0 w 198652"/>
                <a:gd name="connsiteY7" fmla="*/ 57686 h 135235"/>
                <a:gd name="connsiteX8" fmla="*/ 17654 w 198652"/>
                <a:gd name="connsiteY8" fmla="*/ 12446 h 135235"/>
                <a:gd name="connsiteX9" fmla="*/ 56672 w 198652"/>
                <a:gd name="connsiteY9" fmla="*/ 2 h 135235"/>
                <a:gd name="connsiteX10" fmla="*/ 79049 w 198652"/>
                <a:gd name="connsiteY10" fmla="*/ 2476 h 135235"/>
                <a:gd name="connsiteX11" fmla="*/ 98951 w 198652"/>
                <a:gd name="connsiteY11" fmla="*/ 12408 h 135235"/>
                <a:gd name="connsiteX12" fmla="*/ 116605 w 198652"/>
                <a:gd name="connsiteY12" fmla="*/ 3225 h 135235"/>
                <a:gd name="connsiteX13" fmla="*/ 137745 w 198652"/>
                <a:gd name="connsiteY13" fmla="*/ 2 h 135235"/>
                <a:gd name="connsiteX14" fmla="*/ 198652 w 198652"/>
                <a:gd name="connsiteY14" fmla="*/ 25452 h 135235"/>
                <a:gd name="connsiteX15" fmla="*/ 198652 w 198652"/>
                <a:gd name="connsiteY15" fmla="*/ 135236 h 135235"/>
                <a:gd name="connsiteX16" fmla="*/ 179012 w 198652"/>
                <a:gd name="connsiteY16" fmla="*/ 135236 h 135235"/>
                <a:gd name="connsiteX17" fmla="*/ 162108 w 198652"/>
                <a:gd name="connsiteY17" fmla="*/ 118332 h 135235"/>
                <a:gd name="connsiteX18" fmla="*/ 162108 w 198652"/>
                <a:gd name="connsiteY18" fmla="*/ 50715 h 135235"/>
                <a:gd name="connsiteX19" fmla="*/ 138719 w 198652"/>
                <a:gd name="connsiteY19" fmla="*/ 27851 h 135235"/>
                <a:gd name="connsiteX20" fmla="*/ 115368 w 198652"/>
                <a:gd name="connsiteY20" fmla="*/ 50715 h 135235"/>
                <a:gd name="connsiteX21" fmla="*/ 115368 w 198652"/>
                <a:gd name="connsiteY21" fmla="*/ 135236 h 13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8652" h="135235">
                  <a:moveTo>
                    <a:pt x="115368" y="135236"/>
                  </a:moveTo>
                  <a:lnTo>
                    <a:pt x="81073" y="135236"/>
                  </a:lnTo>
                  <a:lnTo>
                    <a:pt x="81073" y="50715"/>
                  </a:lnTo>
                  <a:cubicBezTo>
                    <a:pt x="81073" y="40969"/>
                    <a:pt x="77062" y="27851"/>
                    <a:pt x="57684" y="27851"/>
                  </a:cubicBezTo>
                  <a:cubicBezTo>
                    <a:pt x="38306" y="27851"/>
                    <a:pt x="34820" y="42769"/>
                    <a:pt x="34820" y="50715"/>
                  </a:cubicBezTo>
                  <a:lnTo>
                    <a:pt x="34820" y="135236"/>
                  </a:lnTo>
                  <a:lnTo>
                    <a:pt x="0" y="135236"/>
                  </a:lnTo>
                  <a:lnTo>
                    <a:pt x="0" y="57686"/>
                  </a:lnTo>
                  <a:cubicBezTo>
                    <a:pt x="0" y="35160"/>
                    <a:pt x="6672" y="21366"/>
                    <a:pt x="17654" y="12446"/>
                  </a:cubicBezTo>
                  <a:cubicBezTo>
                    <a:pt x="28523" y="3600"/>
                    <a:pt x="42429" y="677"/>
                    <a:pt x="56672" y="2"/>
                  </a:cubicBezTo>
                  <a:cubicBezTo>
                    <a:pt x="64281" y="2"/>
                    <a:pt x="71740" y="827"/>
                    <a:pt x="79049" y="2476"/>
                  </a:cubicBezTo>
                  <a:cubicBezTo>
                    <a:pt x="86320" y="4125"/>
                    <a:pt x="92954" y="7461"/>
                    <a:pt x="98951" y="12408"/>
                  </a:cubicBezTo>
                  <a:cubicBezTo>
                    <a:pt x="103937" y="8098"/>
                    <a:pt x="109784" y="5024"/>
                    <a:pt x="116605" y="3225"/>
                  </a:cubicBezTo>
                  <a:cubicBezTo>
                    <a:pt x="123389" y="1389"/>
                    <a:pt x="130436" y="39"/>
                    <a:pt x="137745" y="2"/>
                  </a:cubicBezTo>
                  <a:cubicBezTo>
                    <a:pt x="180212" y="-223"/>
                    <a:pt x="197228" y="19230"/>
                    <a:pt x="198652" y="25452"/>
                  </a:cubicBezTo>
                  <a:cubicBezTo>
                    <a:pt x="198652" y="25527"/>
                    <a:pt x="198652" y="135236"/>
                    <a:pt x="198652" y="135236"/>
                  </a:cubicBezTo>
                  <a:lnTo>
                    <a:pt x="179012" y="135236"/>
                  </a:lnTo>
                  <a:cubicBezTo>
                    <a:pt x="174027" y="135236"/>
                    <a:pt x="162108" y="131862"/>
                    <a:pt x="162108" y="118332"/>
                  </a:cubicBezTo>
                  <a:lnTo>
                    <a:pt x="162108" y="50715"/>
                  </a:lnTo>
                  <a:cubicBezTo>
                    <a:pt x="162183" y="41119"/>
                    <a:pt x="158847" y="27851"/>
                    <a:pt x="138719" y="27851"/>
                  </a:cubicBezTo>
                  <a:cubicBezTo>
                    <a:pt x="118592" y="27851"/>
                    <a:pt x="115368" y="42769"/>
                    <a:pt x="115368" y="50715"/>
                  </a:cubicBezTo>
                  <a:lnTo>
                    <a:pt x="115368" y="135236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038D219-B0AB-D0A5-35AD-8BAF9A5688C2}"/>
                </a:ext>
              </a:extLst>
            </p:cNvPr>
            <p:cNvSpPr/>
            <p:nvPr/>
          </p:nvSpPr>
          <p:spPr>
            <a:xfrm>
              <a:off x="11622847" y="6400187"/>
              <a:ext cx="72264" cy="109708"/>
            </a:xfrm>
            <a:custGeom>
              <a:avLst/>
              <a:gdLst>
                <a:gd name="connsiteX0" fmla="*/ 0 w 72264"/>
                <a:gd name="connsiteY0" fmla="*/ 0 h 109708"/>
                <a:gd name="connsiteX1" fmla="*/ 0 w 72264"/>
                <a:gd name="connsiteY1" fmla="*/ 109709 h 109708"/>
                <a:gd name="connsiteX2" fmla="*/ 72265 w 72264"/>
                <a:gd name="connsiteY2" fmla="*/ 54873 h 109708"/>
                <a:gd name="connsiteX3" fmla="*/ 0 w 72264"/>
                <a:gd name="connsiteY3" fmla="*/ 0 h 10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4" h="109708">
                  <a:moveTo>
                    <a:pt x="0" y="0"/>
                  </a:moveTo>
                  <a:lnTo>
                    <a:pt x="0" y="109709"/>
                  </a:lnTo>
                  <a:lnTo>
                    <a:pt x="72265" y="548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71EB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62FAC14D-9B66-E733-4CEC-6523DDBF280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BF2C7AA-F90B-B588-3C8C-079A46D53AA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82C3BC0-3EBF-3C4C-A3D8-795624EBC6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31244D6-4877-5863-7930-EEC47BC166EE}"/>
              </a:ext>
            </a:extLst>
          </p:cNvPr>
          <p:cNvSpPr txBox="1">
            <a:spLocks/>
          </p:cNvSpPr>
          <p:nvPr userDrawn="1"/>
        </p:nvSpPr>
        <p:spPr>
          <a:xfrm>
            <a:off x="577285" y="6621485"/>
            <a:ext cx="612636" cy="1013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accent1"/>
                </a:solidFill>
                <a:latin typeface="Spectrum Sans" panose="020B0502020503020304" pitchFamily="34" charset="0"/>
                <a:ea typeface="+mn-ea"/>
                <a:cs typeface="Spectrum Sans" panose="020B05020205030203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Confidential.</a:t>
            </a:r>
          </a:p>
        </p:txBody>
      </p:sp>
    </p:spTree>
    <p:extLst>
      <p:ext uri="{BB962C8B-B14F-4D97-AF65-F5344CB8AC3E}">
        <p14:creationId xmlns:p14="http://schemas.microsoft.com/office/powerpoint/2010/main" val="301163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-subheading-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A57BD49-27BC-8F4A-9D63-E81C744558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C24E8-CC69-9340-B9AC-25CB40C3ED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8" y="932329"/>
            <a:ext cx="11395033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36A6C9-2FAB-0542-B9D8-94E4B51359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538" y="1596358"/>
            <a:ext cx="11395033" cy="1223042"/>
          </a:xfrm>
          <a:prstGeom prst="rect">
            <a:avLst/>
          </a:prstGeo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42486F"/>
                </a:solidFill>
              </a:defRPr>
            </a:lvl1pPr>
            <a:lvl2pPr marL="800100" indent="-342900">
              <a:buFont typeface="+mj-lt"/>
              <a:buAutoNum type="arabicPeriod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18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1947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-subheading-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5A57BD49-27BC-8F4A-9D63-E81C7445589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C24E8-CC69-9340-B9AC-25CB40C3ED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8" y="932329"/>
            <a:ext cx="11395033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8A36A6C9-2FAB-0542-B9D8-94E4B51359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538" y="1596358"/>
            <a:ext cx="11395033" cy="1223042"/>
          </a:xfrm>
          <a:prstGeom prst="rect">
            <a:avLst/>
          </a:prstGeo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42486F"/>
                </a:solidFill>
              </a:defRPr>
            </a:lvl1pPr>
            <a:lvl2pPr marL="800100" indent="-342900">
              <a:buFont typeface="+mj-lt"/>
              <a:buAutoNum type="arabicPeriod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18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95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AF1C3-8991-3B4C-8402-B70392500E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9AD64CD-3236-E040-9B59-E38C8E6EEF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079" y="1326776"/>
            <a:ext cx="5436187" cy="1306059"/>
          </a:xfrm>
          <a:prstGeom prst="rect">
            <a:avLst/>
          </a:prstGeom>
          <a:solidFill>
            <a:srgbClr val="5193CF"/>
          </a:solidFill>
        </p:spPr>
        <p:txBody>
          <a:bodyPr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  Heading 24 Point Font</a:t>
            </a:r>
          </a:p>
        </p:txBody>
      </p:sp>
      <p:sp>
        <p:nvSpPr>
          <p:cNvPr id="31" name="Text Placeholder 29">
            <a:extLst>
              <a:ext uri="{FF2B5EF4-FFF2-40B4-BE49-F238E27FC236}">
                <a16:creationId xmlns:a16="http://schemas.microsoft.com/office/drawing/2014/main" id="{EB3EA7F0-E5FB-1F4B-A027-CE0729F0038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079" y="2633249"/>
            <a:ext cx="5436187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 algn="l">
              <a:lnSpc>
                <a:spcPct val="200000"/>
              </a:lnSpc>
              <a:buFont typeface="Arial" panose="020B0604020202020204" pitchFamily="34" charset="0"/>
              <a:buNone/>
              <a:defRPr sz="1800" b="1">
                <a:solidFill>
                  <a:srgbClr val="42486F"/>
                </a:solidFill>
              </a:defRPr>
            </a:lvl1pPr>
          </a:lstStyle>
          <a:p>
            <a:pPr lvl="0"/>
            <a:r>
              <a:rPr lang="en-GB"/>
              <a:t>Heading 18 Point Font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BB3E3F76-19F0-264D-866D-8D4DDB0641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4266" y="1326776"/>
            <a:ext cx="5799655" cy="1306059"/>
          </a:xfrm>
          <a:prstGeom prst="rect">
            <a:avLst/>
          </a:prstGeom>
          <a:solidFill>
            <a:srgbClr val="E26856"/>
          </a:solidFill>
        </p:spPr>
        <p:txBody>
          <a:bodyPr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  Heading 24 Point Font</a:t>
            </a:r>
          </a:p>
        </p:txBody>
      </p:sp>
      <p:sp>
        <p:nvSpPr>
          <p:cNvPr id="33" name="Text Placeholder 29">
            <a:extLst>
              <a:ext uri="{FF2B5EF4-FFF2-40B4-BE49-F238E27FC236}">
                <a16:creationId xmlns:a16="http://schemas.microsoft.com/office/drawing/2014/main" id="{715B7E75-5FC1-3E4E-89E6-74DF088CE0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14266" y="2633249"/>
            <a:ext cx="5799655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42486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Heading 18 Point Font</a:t>
            </a:r>
          </a:p>
          <a:p>
            <a:pPr lvl="0"/>
            <a:endParaRPr lang="en-GB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8DAEBEB-FC58-974B-B0ED-923208FC92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079" y="3175688"/>
            <a:ext cx="5436187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chemeClr val="tx2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1"/>
            <a:r>
              <a:rPr lang="en-GB"/>
              <a:t>Bullet 16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CECF841-768F-024D-BF0D-14265CC08BB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14266" y="3175688"/>
            <a:ext cx="5436187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400" b="1">
                <a:solidFill>
                  <a:schemeClr val="tx2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1"/>
            <a:r>
              <a:rPr lang="en-GB"/>
              <a:t>Bullet 16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20137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709A169-1A02-5647-A592-10810C5DA7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1CCD13B9-1FB1-9E4A-94A1-DF62871CD3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079" y="1326776"/>
            <a:ext cx="3680264" cy="1306059"/>
          </a:xfrm>
          <a:prstGeom prst="rect">
            <a:avLst/>
          </a:prstGeom>
          <a:solidFill>
            <a:srgbClr val="5193CF"/>
          </a:solidFill>
        </p:spPr>
        <p:txBody>
          <a:bodyPr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Heading 24 Point Font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A4D4EDD6-CECB-2E4E-8426-C55D24851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079" y="2633249"/>
            <a:ext cx="3680264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indent="0" algn="l">
              <a:lnSpc>
                <a:spcPct val="200000"/>
              </a:lnSpc>
              <a:buNone/>
              <a:defRPr sz="1800" b="1">
                <a:solidFill>
                  <a:srgbClr val="42486F"/>
                </a:solidFill>
              </a:defRPr>
            </a:lvl1pPr>
          </a:lstStyle>
          <a:p>
            <a:pPr lvl="0"/>
            <a:r>
              <a:rPr lang="en-GB"/>
              <a:t>Heading 18 Point Font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A160B361-0D3A-0D42-9C05-4A09B5270B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158343" y="1326776"/>
            <a:ext cx="3680264" cy="1306059"/>
          </a:xfrm>
          <a:prstGeom prst="rect">
            <a:avLst/>
          </a:prstGeom>
          <a:solidFill>
            <a:srgbClr val="23919E"/>
          </a:solidFill>
        </p:spPr>
        <p:txBody>
          <a:bodyPr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Heading 24 Point Font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D2440557-406B-2042-B7B4-7A76F3FE0D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58343" y="2633249"/>
            <a:ext cx="3680264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42486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Heading 18 Point Font</a:t>
            </a:r>
          </a:p>
          <a:p>
            <a:pPr lvl="0"/>
            <a:endParaRPr lang="en-GB"/>
          </a:p>
        </p:txBody>
      </p:sp>
      <p:sp>
        <p:nvSpPr>
          <p:cNvPr id="15" name="Text Placeholder 29">
            <a:extLst>
              <a:ext uri="{FF2B5EF4-FFF2-40B4-BE49-F238E27FC236}">
                <a16:creationId xmlns:a16="http://schemas.microsoft.com/office/drawing/2014/main" id="{5430F145-E506-D847-94B4-0520E291C5C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38607" y="1326776"/>
            <a:ext cx="3680264" cy="1306059"/>
          </a:xfrm>
          <a:prstGeom prst="rect">
            <a:avLst/>
          </a:prstGeom>
          <a:solidFill>
            <a:srgbClr val="1D987A"/>
          </a:solidFill>
        </p:spPr>
        <p:txBody>
          <a:bodyPr anchor="ctr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Heading 24 Point Font</a:t>
            </a:r>
          </a:p>
        </p:txBody>
      </p:sp>
      <p:sp>
        <p:nvSpPr>
          <p:cNvPr id="16" name="Text Placeholder 29">
            <a:extLst>
              <a:ext uri="{FF2B5EF4-FFF2-40B4-BE49-F238E27FC236}">
                <a16:creationId xmlns:a16="http://schemas.microsoft.com/office/drawing/2014/main" id="{1BF61249-C3AB-7E4F-909D-D63D7844BF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38607" y="2633249"/>
            <a:ext cx="3680264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rgbClr val="42486F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Heading 18 Point Font</a:t>
            </a:r>
          </a:p>
          <a:p>
            <a:pPr lvl="0"/>
            <a:endParaRPr lang="en-GB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E83793A-45B5-6444-830D-0FC2D9B52D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079" y="3175688"/>
            <a:ext cx="3372150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5193CF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1">
                <a:solidFill>
                  <a:srgbClr val="0070C0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16 Point Font</a:t>
            </a:r>
          </a:p>
          <a:p>
            <a:pPr lvl="0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52AD26A-A200-C346-9D0D-5E749357B5E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55557" y="3175688"/>
            <a:ext cx="3372150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5193CF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 b="1">
                <a:solidFill>
                  <a:srgbClr val="0070C0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16 Point Font</a:t>
            </a:r>
          </a:p>
          <a:p>
            <a:pPr lvl="0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4027085-AE0B-9640-9C31-798D877C8E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42974" y="3175688"/>
            <a:ext cx="3372150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5193CF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16 Point Font</a:t>
            </a:r>
          </a:p>
          <a:p>
            <a:pPr lvl="0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387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9">
            <a:extLst>
              <a:ext uri="{FF2B5EF4-FFF2-40B4-BE49-F238E27FC236}">
                <a16:creationId xmlns:a16="http://schemas.microsoft.com/office/drawing/2014/main" id="{C248E3EC-7B55-B140-AA42-AA06B9E69A4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8079" y="1326776"/>
            <a:ext cx="2798521" cy="1306059"/>
          </a:xfrm>
          <a:prstGeom prst="rect">
            <a:avLst/>
          </a:prstGeom>
          <a:solidFill>
            <a:srgbClr val="5193CF"/>
          </a:solidFill>
        </p:spPr>
        <p:txBody>
          <a:bodyPr anchor="ctr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Heading 20 Point Font</a:t>
            </a:r>
          </a:p>
        </p:txBody>
      </p:sp>
      <p:sp>
        <p:nvSpPr>
          <p:cNvPr id="4" name="Text Placeholder 29">
            <a:extLst>
              <a:ext uri="{FF2B5EF4-FFF2-40B4-BE49-F238E27FC236}">
                <a16:creationId xmlns:a16="http://schemas.microsoft.com/office/drawing/2014/main" id="{B7A259F5-C2D8-F749-B6B3-EB22D74E738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8079" y="2633249"/>
            <a:ext cx="2798521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Heading 18 Point Font</a:t>
            </a:r>
          </a:p>
          <a:p>
            <a:pPr lvl="0"/>
            <a:endParaRPr lang="en-GB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C3E82F1F-3AAA-8748-8D5F-4274F4E047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22" name="Text Placeholder 29">
            <a:extLst>
              <a:ext uri="{FF2B5EF4-FFF2-40B4-BE49-F238E27FC236}">
                <a16:creationId xmlns:a16="http://schemas.microsoft.com/office/drawing/2014/main" id="{FDC97B35-D151-5743-8CE4-D03E6F7ECF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76600" y="1326776"/>
            <a:ext cx="2798521" cy="1306059"/>
          </a:xfrm>
          <a:prstGeom prst="rect">
            <a:avLst/>
          </a:prstGeom>
          <a:solidFill>
            <a:srgbClr val="23919E"/>
          </a:solidFill>
        </p:spPr>
        <p:txBody>
          <a:bodyPr anchor="ctr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Heading 20 Point Font</a:t>
            </a:r>
          </a:p>
        </p:txBody>
      </p:sp>
      <p:sp>
        <p:nvSpPr>
          <p:cNvPr id="23" name="Text Placeholder 29">
            <a:extLst>
              <a:ext uri="{FF2B5EF4-FFF2-40B4-BE49-F238E27FC236}">
                <a16:creationId xmlns:a16="http://schemas.microsoft.com/office/drawing/2014/main" id="{87C2759F-FFE9-9F4C-B3BF-08D57132FAB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76600" y="2633249"/>
            <a:ext cx="2798521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Heading 18 Point Font</a:t>
            </a:r>
          </a:p>
          <a:p>
            <a:pPr lvl="0"/>
            <a:endParaRPr lang="en-GB"/>
          </a:p>
        </p:txBody>
      </p:sp>
      <p:sp>
        <p:nvSpPr>
          <p:cNvPr id="24" name="Text Placeholder 29">
            <a:extLst>
              <a:ext uri="{FF2B5EF4-FFF2-40B4-BE49-F238E27FC236}">
                <a16:creationId xmlns:a16="http://schemas.microsoft.com/office/drawing/2014/main" id="{C0A83EF5-B98B-044F-A886-DDD118D148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75121" y="1326776"/>
            <a:ext cx="2798521" cy="1306059"/>
          </a:xfrm>
          <a:prstGeom prst="rect">
            <a:avLst/>
          </a:prstGeom>
          <a:solidFill>
            <a:srgbClr val="1D987A"/>
          </a:solidFill>
        </p:spPr>
        <p:txBody>
          <a:bodyPr anchor="ctr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Heading 20 Point Font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F47D3127-77D2-D04A-84D0-2212EEAAF68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75121" y="2633249"/>
            <a:ext cx="2798521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Heading 18 Point Font</a:t>
            </a:r>
          </a:p>
          <a:p>
            <a:pPr lvl="0"/>
            <a:endParaRPr lang="en-GB"/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D6A89158-53B7-7941-BC5B-F39C671F8BC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869800" y="1326776"/>
            <a:ext cx="2798521" cy="1306059"/>
          </a:xfrm>
          <a:prstGeom prst="rect">
            <a:avLst/>
          </a:prstGeom>
          <a:solidFill>
            <a:srgbClr val="E26856"/>
          </a:solidFill>
        </p:spPr>
        <p:txBody>
          <a:bodyPr anchor="ctr"/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 Heading 20 Point Font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5EA82414-8E0B-0345-BDE2-7EF54A39260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869800" y="2633249"/>
            <a:ext cx="2798521" cy="3749622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1">
                <a:solidFill>
                  <a:schemeClr val="tx2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Heading 18 Point Font</a:t>
            </a:r>
          </a:p>
          <a:p>
            <a:pPr lvl="0"/>
            <a:endParaRPr lang="en-GB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BB6E2A9-DED8-9A41-8F28-B988A8D2678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8079" y="3175688"/>
            <a:ext cx="2798521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5193CF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16 Point Font</a:t>
            </a:r>
          </a:p>
          <a:p>
            <a:pPr lvl="0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F80FC13-B998-4E4F-B804-6228DBCA261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298162" y="3175688"/>
            <a:ext cx="2773117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5193CF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16 Point Font</a:t>
            </a:r>
          </a:p>
          <a:p>
            <a:pPr lvl="0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8E2AEC3-2A91-064F-94BB-AF18AE17E1C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71279" y="3175688"/>
            <a:ext cx="2794679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5193CF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16 Point Font</a:t>
            </a:r>
          </a:p>
          <a:p>
            <a:pPr lvl="0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19A581A9-6175-D14D-B7E9-4D91536251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74113" y="3175688"/>
            <a:ext cx="2794679" cy="601182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600" b="1">
                <a:solidFill>
                  <a:srgbClr val="5193CF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2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16 Point Font</a:t>
            </a:r>
          </a:p>
          <a:p>
            <a:pPr lvl="0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740435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text-layout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9F4FDA-D5E5-9048-A8A3-DCCD2F0790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32Point Font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24999-B303-A045-95FB-0AB0A09BF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8" y="9323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CB44EB6-BEE9-E54A-88F6-4414ABB9ED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35429" y="1439293"/>
            <a:ext cx="6107113" cy="500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68727110-43A1-BE49-A164-BB8AB9C451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95615" y="1649430"/>
            <a:ext cx="3385514" cy="1223042"/>
          </a:xfrm>
          <a:prstGeom prst="rect">
            <a:avLst/>
          </a:prstGeo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42486F"/>
                </a:solidFill>
              </a:defRPr>
            </a:lvl1pPr>
            <a:lvl2pPr marL="800100" indent="-342900">
              <a:buFont typeface="+mj-lt"/>
              <a:buAutoNum type="arabicPeriod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18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25664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text-layout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7D9F4FDA-D5E5-9048-A8A3-DCCD2F0790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24999-B303-A045-95FB-0AB0A09BF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8" y="932329"/>
            <a:ext cx="11395033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CB44EB6-BEE9-E54A-88F6-4414ABB9ED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540829" y="1452557"/>
            <a:ext cx="6107113" cy="500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4CADF780-2220-664C-9F9D-BDB2E5C7DB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1538" y="1649430"/>
            <a:ext cx="4985714" cy="1223042"/>
          </a:xfrm>
          <a:prstGeom prst="rect">
            <a:avLst/>
          </a:prstGeom>
        </p:spPr>
        <p:txBody>
          <a:bodyPr/>
          <a:lstStyle>
            <a:lvl1pPr marL="171450" marR="0" indent="-1714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70C0"/>
              </a:buClr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chemeClr val="tx2"/>
                </a:solidFill>
              </a:defRPr>
            </a:lvl1pPr>
            <a:lvl2pPr marL="800100" indent="-342900">
              <a:buFont typeface="+mj-lt"/>
              <a:buAutoNum type="arabicPeriod"/>
              <a:defRPr sz="1600" b="1">
                <a:solidFill>
                  <a:srgbClr val="5193CF"/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Bullet 18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r>
              <a:rPr lang="en-GB"/>
              <a:t>Bullet 16 Point Font</a:t>
            </a:r>
          </a:p>
          <a:p>
            <a:pPr lvl="1"/>
            <a:endParaRPr lang="en-GB"/>
          </a:p>
          <a:p>
            <a:pPr lvl="1"/>
            <a:endParaRPr lang="en-GB"/>
          </a:p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5046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+text-layout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83BBED79-540F-7B4B-A705-E022DA83CC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8" y="475129"/>
            <a:ext cx="1001959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9EE2F-1A43-0546-84F3-EACC5D36ABE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8" y="932329"/>
            <a:ext cx="11395033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63F64EFC-4339-5044-9566-7C0D746325E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8087" y="1452557"/>
            <a:ext cx="11288484" cy="50038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89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9F7E4E05-FB94-3B45-A005-BB71C6211F5C}"/>
              </a:ext>
            </a:extLst>
          </p:cNvPr>
          <p:cNvSpPr/>
          <p:nvPr userDrawn="1"/>
        </p:nvSpPr>
        <p:spPr>
          <a:xfrm>
            <a:off x="884584" y="1172819"/>
            <a:ext cx="3260034" cy="326003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FEA57D8-16C5-D541-AD77-2DF749968108}"/>
              </a:ext>
            </a:extLst>
          </p:cNvPr>
          <p:cNvSpPr/>
          <p:nvPr userDrawn="1"/>
        </p:nvSpPr>
        <p:spPr>
          <a:xfrm>
            <a:off x="1093305" y="1381539"/>
            <a:ext cx="2842591" cy="2842591"/>
          </a:xfrm>
          <a:prstGeom prst="ellipse">
            <a:avLst/>
          </a:prstGeom>
          <a:solidFill>
            <a:srgbClr val="5193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64AA3979-6E4A-CF47-954B-D5ED26BCE6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487764" y="2320751"/>
            <a:ext cx="2053671" cy="964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1000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9344832-2926-1647-8183-AF7F50CBBD64}"/>
              </a:ext>
            </a:extLst>
          </p:cNvPr>
          <p:cNvSpPr/>
          <p:nvPr userDrawn="1"/>
        </p:nvSpPr>
        <p:spPr>
          <a:xfrm>
            <a:off x="4432853" y="1381539"/>
            <a:ext cx="2842591" cy="2842591"/>
          </a:xfrm>
          <a:prstGeom prst="ellipse">
            <a:avLst/>
          </a:prstGeom>
          <a:solidFill>
            <a:srgbClr val="1D98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4C5C921-A5AF-C84A-8882-272D691AFC5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27312" y="2320751"/>
            <a:ext cx="2053671" cy="964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3000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7A618E25-DC74-2342-863A-21D07DAE87AE}"/>
              </a:ext>
            </a:extLst>
          </p:cNvPr>
          <p:cNvSpPr/>
          <p:nvPr userDrawn="1"/>
        </p:nvSpPr>
        <p:spPr>
          <a:xfrm>
            <a:off x="7740823" y="1381539"/>
            <a:ext cx="2842591" cy="2842591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44E8D4D-5667-F046-874B-1E844E9420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135282" y="2320751"/>
            <a:ext cx="2053671" cy="9641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0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2000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E5C1966E-17C4-DD43-9BB4-7F6CFAEC93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7764" y="4527239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E6A8149-D186-334C-8D21-C0738D4F45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27312" y="4527239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B830EB8-B278-0044-8ECB-93378EF8F2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5282" y="4527239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602F8AB-A9BA-1D41-BA35-FA6996DA8622}"/>
              </a:ext>
            </a:extLst>
          </p:cNvPr>
          <p:cNvSpPr/>
          <p:nvPr userDrawn="1"/>
        </p:nvSpPr>
        <p:spPr>
          <a:xfrm>
            <a:off x="4202701" y="1172819"/>
            <a:ext cx="3260034" cy="326003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93067D8-6A43-2841-90D3-F766049EF360}"/>
              </a:ext>
            </a:extLst>
          </p:cNvPr>
          <p:cNvSpPr/>
          <p:nvPr userDrawn="1"/>
        </p:nvSpPr>
        <p:spPr>
          <a:xfrm>
            <a:off x="7520818" y="1172819"/>
            <a:ext cx="3260034" cy="3260032"/>
          </a:xfrm>
          <a:prstGeom prst="ellipse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Picture Placeholder 5">
            <a:extLst>
              <a:ext uri="{FF2B5EF4-FFF2-40B4-BE49-F238E27FC236}">
                <a16:creationId xmlns:a16="http://schemas.microsoft.com/office/drawing/2014/main" id="{1F8518E8-A01D-7C46-B67D-8B02D05EE18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243888" y="1794024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B1503C0C-05E0-374B-A932-8C54E41E22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76635" y="1794024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19" name="Picture Placeholder 5">
            <a:extLst>
              <a:ext uri="{FF2B5EF4-FFF2-40B4-BE49-F238E27FC236}">
                <a16:creationId xmlns:a16="http://schemas.microsoft.com/office/drawing/2014/main" id="{588BEC9E-9935-194A-83B0-F909AFCE072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897351" y="1794024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621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0F7D2BB-15FD-1642-B261-1638D90222C2}"/>
              </a:ext>
            </a:extLst>
          </p:cNvPr>
          <p:cNvSpPr/>
          <p:nvPr userDrawn="1"/>
        </p:nvSpPr>
        <p:spPr>
          <a:xfrm>
            <a:off x="348828" y="2707104"/>
            <a:ext cx="11468798" cy="1565413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D080145-C390-3C43-AA57-2E463484D8A6}"/>
              </a:ext>
            </a:extLst>
          </p:cNvPr>
          <p:cNvSpPr/>
          <p:nvPr userDrawn="1"/>
        </p:nvSpPr>
        <p:spPr>
          <a:xfrm>
            <a:off x="505239" y="2862470"/>
            <a:ext cx="11181522" cy="1272209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1D987A"/>
              </a:gs>
              <a:gs pos="100000">
                <a:srgbClr val="5193CF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ight Arrow 4">
            <a:extLst>
              <a:ext uri="{FF2B5EF4-FFF2-40B4-BE49-F238E27FC236}">
                <a16:creationId xmlns:a16="http://schemas.microsoft.com/office/drawing/2014/main" id="{CA729EFA-E91C-0045-82C3-F3EC559EFF80}"/>
              </a:ext>
            </a:extLst>
          </p:cNvPr>
          <p:cNvSpPr/>
          <p:nvPr userDrawn="1"/>
        </p:nvSpPr>
        <p:spPr>
          <a:xfrm>
            <a:off x="998621" y="3429000"/>
            <a:ext cx="10214811" cy="216568"/>
          </a:xfrm>
          <a:prstGeom prst="rightArrow">
            <a:avLst/>
          </a:prstGeom>
          <a:gradFill>
            <a:gsLst>
              <a:gs pos="0">
                <a:srgbClr val="1D987A"/>
              </a:gs>
              <a:gs pos="100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5590AF-C452-F543-9D3A-1431AC47DF8F}"/>
              </a:ext>
            </a:extLst>
          </p:cNvPr>
          <p:cNvCxnSpPr/>
          <p:nvPr userDrawn="1"/>
        </p:nvCxnSpPr>
        <p:spPr>
          <a:xfrm flipV="1">
            <a:off x="1600200" y="2365513"/>
            <a:ext cx="0" cy="11628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3F6A925-F2B3-854A-BB1A-040B3FA8F762}"/>
              </a:ext>
            </a:extLst>
          </p:cNvPr>
          <p:cNvSpPr/>
          <p:nvPr userDrawn="1"/>
        </p:nvSpPr>
        <p:spPr>
          <a:xfrm>
            <a:off x="1550505" y="3488635"/>
            <a:ext cx="109330" cy="109330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3F00825-5CCF-F049-AE80-0E884C9F3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999" y="1800707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B32FDE1C-6D8B-F84D-978E-D962D598C4E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329489" y="1148999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7F9F36-FF28-524E-9573-AFA6D03ECF64}"/>
              </a:ext>
            </a:extLst>
          </p:cNvPr>
          <p:cNvSpPr/>
          <p:nvPr userDrawn="1"/>
        </p:nvSpPr>
        <p:spPr>
          <a:xfrm>
            <a:off x="2970231" y="3488635"/>
            <a:ext cx="109330" cy="109330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A4B4C14-5087-D34B-AC95-5348A2C1EC0C}"/>
              </a:ext>
            </a:extLst>
          </p:cNvPr>
          <p:cNvCxnSpPr/>
          <p:nvPr userDrawn="1"/>
        </p:nvCxnSpPr>
        <p:spPr>
          <a:xfrm flipV="1">
            <a:off x="3024896" y="3597965"/>
            <a:ext cx="0" cy="11628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6722E948-8506-EA43-8942-AA006803D9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2725" y="5505820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85B3E4D7-17C5-0C4F-8183-5954369B8C0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749215" y="4854112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17EDA5-FA82-7A42-8A09-3C66D9F623B6}"/>
              </a:ext>
            </a:extLst>
          </p:cNvPr>
          <p:cNvCxnSpPr/>
          <p:nvPr userDrawn="1"/>
        </p:nvCxnSpPr>
        <p:spPr>
          <a:xfrm flipV="1">
            <a:off x="4486820" y="2365513"/>
            <a:ext cx="0" cy="11628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21334874-3A8B-F040-AE1E-6FD5DB4952EE}"/>
              </a:ext>
            </a:extLst>
          </p:cNvPr>
          <p:cNvSpPr/>
          <p:nvPr userDrawn="1"/>
        </p:nvSpPr>
        <p:spPr>
          <a:xfrm>
            <a:off x="4437125" y="3488635"/>
            <a:ext cx="109330" cy="109330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FE004B1-A7DC-554D-BED3-09B037F3106E}"/>
              </a:ext>
            </a:extLst>
          </p:cNvPr>
          <p:cNvSpPr/>
          <p:nvPr userDrawn="1"/>
        </p:nvSpPr>
        <p:spPr>
          <a:xfrm>
            <a:off x="5856851" y="3488635"/>
            <a:ext cx="109330" cy="109330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983995B-2623-F64E-9F8F-693768C2A5C3}"/>
              </a:ext>
            </a:extLst>
          </p:cNvPr>
          <p:cNvCxnSpPr/>
          <p:nvPr userDrawn="1"/>
        </p:nvCxnSpPr>
        <p:spPr>
          <a:xfrm flipV="1">
            <a:off x="5911516" y="3597965"/>
            <a:ext cx="0" cy="11628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CB735EA8-C90F-014A-B088-48FE8898C92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68114" y="5505820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4E8A61CD-5F5C-404E-9EBE-A739F373F7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564604" y="4854112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3F72702E-16DF-734F-A041-A19C48D1770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72451" y="1800707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C895B72D-FB91-5640-BA64-4E60C91952D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68941" y="1148999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2C9740B-325B-CC48-8951-3F938AF61BE0}"/>
              </a:ext>
            </a:extLst>
          </p:cNvPr>
          <p:cNvCxnSpPr/>
          <p:nvPr userDrawn="1"/>
        </p:nvCxnSpPr>
        <p:spPr>
          <a:xfrm flipV="1">
            <a:off x="7302209" y="2365513"/>
            <a:ext cx="0" cy="11628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363B6E9F-FC48-4A49-B4F1-367C20C0BDAB}"/>
              </a:ext>
            </a:extLst>
          </p:cNvPr>
          <p:cNvSpPr/>
          <p:nvPr userDrawn="1"/>
        </p:nvSpPr>
        <p:spPr>
          <a:xfrm>
            <a:off x="7252514" y="3488635"/>
            <a:ext cx="109330" cy="109330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A307429-F944-974D-83DB-B357B14B2097}"/>
              </a:ext>
            </a:extLst>
          </p:cNvPr>
          <p:cNvSpPr/>
          <p:nvPr userDrawn="1"/>
        </p:nvSpPr>
        <p:spPr>
          <a:xfrm>
            <a:off x="8672240" y="3488635"/>
            <a:ext cx="109330" cy="109330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6FE306A-017A-174B-B879-C110CA9026C2}"/>
              </a:ext>
            </a:extLst>
          </p:cNvPr>
          <p:cNvCxnSpPr/>
          <p:nvPr userDrawn="1"/>
        </p:nvCxnSpPr>
        <p:spPr>
          <a:xfrm flipV="1">
            <a:off x="8726905" y="3597965"/>
            <a:ext cx="0" cy="11628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867C7A62-8FB8-3B43-BAB0-16B65006E01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683503" y="5505820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50" name="Picture Placeholder 5">
            <a:extLst>
              <a:ext uri="{FF2B5EF4-FFF2-40B4-BE49-F238E27FC236}">
                <a16:creationId xmlns:a16="http://schemas.microsoft.com/office/drawing/2014/main" id="{FA780178-9810-A341-AE85-01F797525B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79993" y="4854112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14BA37B0-D7F3-6D4F-AC4E-77FB83C8884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7840" y="1800707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52" name="Picture Placeholder 5">
            <a:extLst>
              <a:ext uri="{FF2B5EF4-FFF2-40B4-BE49-F238E27FC236}">
                <a16:creationId xmlns:a16="http://schemas.microsoft.com/office/drawing/2014/main" id="{3E4AE542-2DE9-484B-A66C-32D89ACDA0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984330" y="1148999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7632059-13BF-454B-8A15-2B9D79D295AD}"/>
              </a:ext>
            </a:extLst>
          </p:cNvPr>
          <p:cNvCxnSpPr/>
          <p:nvPr userDrawn="1"/>
        </p:nvCxnSpPr>
        <p:spPr>
          <a:xfrm flipV="1">
            <a:off x="10225882" y="2365513"/>
            <a:ext cx="0" cy="116287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C63858EE-4B1B-1249-A159-0E2002F8A5EA}"/>
              </a:ext>
            </a:extLst>
          </p:cNvPr>
          <p:cNvSpPr/>
          <p:nvPr userDrawn="1"/>
        </p:nvSpPr>
        <p:spPr>
          <a:xfrm>
            <a:off x="10176187" y="3488635"/>
            <a:ext cx="109330" cy="109330"/>
          </a:xfrm>
          <a:prstGeom prst="ellipse">
            <a:avLst/>
          </a:prstGeom>
          <a:solidFill>
            <a:srgbClr val="E2685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5" name="Text Placeholder 3">
            <a:extLst>
              <a:ext uri="{FF2B5EF4-FFF2-40B4-BE49-F238E27FC236}">
                <a16:creationId xmlns:a16="http://schemas.microsoft.com/office/drawing/2014/main" id="{A70CE008-271F-024F-A45B-11B966C544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11513" y="1800707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56" name="Picture Placeholder 5">
            <a:extLst>
              <a:ext uri="{FF2B5EF4-FFF2-40B4-BE49-F238E27FC236}">
                <a16:creationId xmlns:a16="http://schemas.microsoft.com/office/drawing/2014/main" id="{07448DC8-3258-5148-AE60-A00B7012E0C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908003" y="1148999"/>
            <a:ext cx="541421" cy="47953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7640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2DA9650-830E-174F-BF75-F7F238ABD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475129"/>
            <a:ext cx="7185156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B8A2208-8D23-2B40-807C-D71D4AA051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8" y="932329"/>
            <a:ext cx="7185156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14909B1B-6AA0-6E43-884B-77B595D9CB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538" y="1896493"/>
            <a:ext cx="2839505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Normal text 18 Point Font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0E02B27-E766-3249-B194-6F1C51314E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61538" y="3001203"/>
            <a:ext cx="11058111" cy="3381668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203433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trix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2DA9650-830E-174F-BF75-F7F238ABD6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475129"/>
            <a:ext cx="7185156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10" name="Chart Placeholder 9">
            <a:extLst>
              <a:ext uri="{FF2B5EF4-FFF2-40B4-BE49-F238E27FC236}">
                <a16:creationId xmlns:a16="http://schemas.microsoft.com/office/drawing/2014/main" id="{60E02B27-E766-3249-B194-6F1C51314ED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61538" y="1349298"/>
            <a:ext cx="11058111" cy="5033573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54364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p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6CE5DA3-744E-5D42-B871-7B389A0869A3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446896269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127C34-7CD3-DD42-840E-CBE2B2DE247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475129"/>
            <a:ext cx="7185156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62BE634-B579-6849-B666-2F062D1C0D7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8" y="932329"/>
            <a:ext cx="460400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97CD7CF-7B35-5D45-96F6-0F23A702748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48939" y="1450597"/>
            <a:ext cx="694119" cy="62449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7445F58-193D-4547-8BA5-E7C72880D9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8940" y="3095026"/>
            <a:ext cx="694119" cy="62449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9E1F961F-0A40-1346-8430-2DDF7B873BC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48940" y="4957514"/>
            <a:ext cx="694119" cy="62449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88F22DA1-5A55-C648-96AA-86BE6F3DC1B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26460" y="1509360"/>
            <a:ext cx="460400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1DE093F-32BC-5B49-A2C0-8E6FBE7A01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59520" y="3095026"/>
            <a:ext cx="460400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126C6A5C-4D62-7948-B6AF-0846BA20B5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8460" y="4961470"/>
            <a:ext cx="4604001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Subheading 18 Point Font</a:t>
            </a:r>
          </a:p>
        </p:txBody>
      </p:sp>
    </p:spTree>
    <p:extLst>
      <p:ext uri="{BB962C8B-B14F-4D97-AF65-F5344CB8AC3E}">
        <p14:creationId xmlns:p14="http://schemas.microsoft.com/office/powerpoint/2010/main" val="18848656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BA63821-C117-6A4F-B3C4-78A069ECFEC7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1319740964"/>
              </p:ext>
            </p:extLst>
          </p:nvPr>
        </p:nvGraphicFramePr>
        <p:xfrm>
          <a:off x="2205621" y="1288970"/>
          <a:ext cx="7412941" cy="49419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8A81669E-D500-A240-81FB-7C17D9BA8B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72323" y="2346772"/>
            <a:ext cx="633054" cy="569551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E7A821FF-139E-C845-89D5-EA3D1BC944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84394" y="2346772"/>
            <a:ext cx="633054" cy="569551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CFFCCB89-36CA-E24D-A3BD-EC8AEA182B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13602" y="4288851"/>
            <a:ext cx="633054" cy="569551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6CB39D7-7AF5-A446-B091-0EBC5602039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772323" y="4288851"/>
            <a:ext cx="633054" cy="569551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14CE33C-1B39-4A48-9E29-8BDBDD7FE4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FD2C6435-3426-0A4E-875F-3642DB2F4CB1}"/>
              </a:ext>
            </a:extLst>
          </p:cNvPr>
          <p:cNvCxnSpPr>
            <a:cxnSpLocks/>
            <a:stCxn id="5" idx="0"/>
          </p:cNvCxnSpPr>
          <p:nvPr userDrawn="1"/>
        </p:nvCxnSpPr>
        <p:spPr>
          <a:xfrm rot="5400000" flipH="1" flipV="1">
            <a:off x="7459722" y="1119695"/>
            <a:ext cx="468276" cy="1985879"/>
          </a:xfrm>
          <a:prstGeom prst="bentConnector2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lbow Connector 13">
            <a:extLst>
              <a:ext uri="{FF2B5EF4-FFF2-40B4-BE49-F238E27FC236}">
                <a16:creationId xmlns:a16="http://schemas.microsoft.com/office/drawing/2014/main" id="{19BB8329-B2D1-1F4E-A484-5F555FD4BE9F}"/>
              </a:ext>
            </a:extLst>
          </p:cNvPr>
          <p:cNvCxnSpPr>
            <a:cxnSpLocks/>
          </p:cNvCxnSpPr>
          <p:nvPr userDrawn="1"/>
        </p:nvCxnSpPr>
        <p:spPr>
          <a:xfrm>
            <a:off x="6830131" y="4858402"/>
            <a:ext cx="1856669" cy="532826"/>
          </a:xfrm>
          <a:prstGeom prst="bentConnector3">
            <a:avLst>
              <a:gd name="adj1" fmla="val 215"/>
            </a:avLst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A31ACBB2-9D84-D948-A909-3B92DC410E95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 rot="16200000" flipV="1">
            <a:off x="3895973" y="1153894"/>
            <a:ext cx="468276" cy="1917479"/>
          </a:xfrm>
          <a:prstGeom prst="bentConnector2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>
            <a:extLst>
              <a:ext uri="{FF2B5EF4-FFF2-40B4-BE49-F238E27FC236}">
                <a16:creationId xmlns:a16="http://schemas.microsoft.com/office/drawing/2014/main" id="{D2D7CCC7-7D12-CF46-AD12-7977090F4A06}"/>
              </a:ext>
            </a:extLst>
          </p:cNvPr>
          <p:cNvCxnSpPr>
            <a:cxnSpLocks/>
            <a:stCxn id="7" idx="2"/>
          </p:cNvCxnSpPr>
          <p:nvPr userDrawn="1"/>
        </p:nvCxnSpPr>
        <p:spPr>
          <a:xfrm rot="5400000">
            <a:off x="3921992" y="4107782"/>
            <a:ext cx="416238" cy="1917479"/>
          </a:xfrm>
          <a:prstGeom prst="bentConnector2">
            <a:avLst/>
          </a:prstGeom>
          <a:ln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BA7DF07-5902-0F44-8848-8AEBD80E43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9437" y="1720002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E70D788-BFA3-A643-BE68-705C85B4B1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9437" y="5069489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58FD5D2-A2B6-6544-94C4-8D0CCB9892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58059" y="5164024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C5BEDF99-EDA6-044D-B2FB-E59C691D300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58059" y="1695268"/>
            <a:ext cx="2053671" cy="39263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6386141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F30DA-8615-B34D-AB78-DA93D6088D2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C0ABB36-172C-A14D-8A63-59FDBE1B92FC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61950" y="1350963"/>
            <a:ext cx="11485563" cy="5218112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362954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martArt Placeholder 2">
            <a:extLst>
              <a:ext uri="{FF2B5EF4-FFF2-40B4-BE49-F238E27FC236}">
                <a16:creationId xmlns:a16="http://schemas.microsoft.com/office/drawing/2014/main" id="{F1D419FF-002E-EA49-9905-07614C0DAF3C}"/>
              </a:ext>
            </a:extLst>
          </p:cNvPr>
          <p:cNvSpPr>
            <a:spLocks noGrp="1"/>
          </p:cNvSpPr>
          <p:nvPr>
            <p:ph type="dgm" sz="quarter" idx="18"/>
          </p:nvPr>
        </p:nvSpPr>
        <p:spPr>
          <a:xfrm>
            <a:off x="3135533" y="1730117"/>
            <a:ext cx="5427662" cy="4014787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F43649-8A7F-E948-9025-34A00632FFDA}"/>
              </a:ext>
            </a:extLst>
          </p:cNvPr>
          <p:cNvCxnSpPr/>
          <p:nvPr userDrawn="1"/>
        </p:nvCxnSpPr>
        <p:spPr>
          <a:xfrm>
            <a:off x="8131665" y="4879846"/>
            <a:ext cx="10468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57DED1-0509-B94A-A8B9-A9C7C44B1551}"/>
              </a:ext>
            </a:extLst>
          </p:cNvPr>
          <p:cNvCxnSpPr/>
          <p:nvPr userDrawn="1"/>
        </p:nvCxnSpPr>
        <p:spPr>
          <a:xfrm>
            <a:off x="2476772" y="4879846"/>
            <a:ext cx="104684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296328-316F-4A4D-9A11-55283C989A35}"/>
              </a:ext>
            </a:extLst>
          </p:cNvPr>
          <p:cNvCxnSpPr>
            <a:cxnSpLocks/>
          </p:cNvCxnSpPr>
          <p:nvPr userDrawn="1"/>
        </p:nvCxnSpPr>
        <p:spPr>
          <a:xfrm flipV="1">
            <a:off x="5849364" y="1113096"/>
            <a:ext cx="0" cy="772422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C1CCE21-D6D0-BC4D-A9F2-314CC3C03E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601029" y="748433"/>
            <a:ext cx="2839505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Normal text 18 Point Font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6F8EC46-4995-0B45-B4F0-450E3E503DE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404523" y="4626364"/>
            <a:ext cx="1620170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Normal text 18 Point Font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261B8F3D-EF15-8949-AF65-1E146282B4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6810" y="4626364"/>
            <a:ext cx="1620170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>
                <a:solidFill>
                  <a:schemeClr val="tx2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Normal text 18 Point Font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999AFDEA-CE7C-2643-A9A1-DA800BE40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</p:spTree>
    <p:extLst>
      <p:ext uri="{BB962C8B-B14F-4D97-AF65-F5344CB8AC3E}">
        <p14:creationId xmlns:p14="http://schemas.microsoft.com/office/powerpoint/2010/main" val="1907940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EEB10BD7-DA4E-5B42-A638-83F8D19CBB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5" name="SmartArt Placeholder 4">
            <a:extLst>
              <a:ext uri="{FF2B5EF4-FFF2-40B4-BE49-F238E27FC236}">
                <a16:creationId xmlns:a16="http://schemas.microsoft.com/office/drawing/2014/main" id="{BD98FD64-0CB2-CF46-97A5-9777F450CAF0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361539" y="1582737"/>
            <a:ext cx="11447602" cy="4800133"/>
          </a:xfrm>
          <a:prstGeom prst="rect">
            <a:avLst/>
          </a:prstGeom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90416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xplaining graphics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7C985A6-A709-4046-BB94-57BE489D11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1848" y="1273782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pic>
        <p:nvPicPr>
          <p:cNvPr id="6" name="Picture 5" descr="A close up of a sign&#10;&#10;Description automatically generated">
            <a:extLst>
              <a:ext uri="{FF2B5EF4-FFF2-40B4-BE49-F238E27FC236}">
                <a16:creationId xmlns:a16="http://schemas.microsoft.com/office/drawing/2014/main" id="{618F8C7A-AA2E-F741-BB95-B0F63E8F6C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735105" y="758712"/>
            <a:ext cx="6336000" cy="63360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383BCAC-9042-8049-A99C-3DA3B666F1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1848" y="2002987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Text description</a:t>
            </a:r>
          </a:p>
        </p:txBody>
      </p:sp>
    </p:spTree>
    <p:extLst>
      <p:ext uri="{BB962C8B-B14F-4D97-AF65-F5344CB8AC3E}">
        <p14:creationId xmlns:p14="http://schemas.microsoft.com/office/powerpoint/2010/main" val="12158365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explaining graphic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7C985A6-A709-4046-BB94-57BE489D11B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1848" y="1273782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4383BCAC-9042-8049-A99C-3DA3B666F10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51848" y="2002987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Text description</a:t>
            </a:r>
          </a:p>
        </p:txBody>
      </p:sp>
      <p:pic>
        <p:nvPicPr>
          <p:cNvPr id="4" name="Picture 3" descr="A picture containing fence&#10;&#10;Description automatically generated">
            <a:extLst>
              <a:ext uri="{FF2B5EF4-FFF2-40B4-BE49-F238E27FC236}">
                <a16:creationId xmlns:a16="http://schemas.microsoft.com/office/drawing/2014/main" id="{55B87585-6D45-B14C-BD3A-74A541FC3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2471" y="-611529"/>
            <a:ext cx="7469529" cy="7469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5294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FDE6E7E-D5C7-2F40-9981-476F9782DE7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4081" y="4493758"/>
            <a:ext cx="5043838" cy="8096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071DB05-81B0-C544-9894-E18EFB76B9D4}"/>
              </a:ext>
            </a:extLst>
          </p:cNvPr>
          <p:cNvSpPr/>
          <p:nvPr userDrawn="1"/>
        </p:nvSpPr>
        <p:spPr>
          <a:xfrm>
            <a:off x="4550780" y="1134887"/>
            <a:ext cx="3090440" cy="309044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0B93DFB2-A8C3-F544-91C3-CD6EB90C366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74081" y="5408159"/>
            <a:ext cx="5043838" cy="38139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FA3FF7EF-5B92-334F-A44A-14E5848B010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8A734367-B212-F041-9F27-C24F1402FE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86570" y="1818049"/>
            <a:ext cx="1818860" cy="16109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04665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72287C-40F5-2C46-94D0-7CD80A5A46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55222" y="4096138"/>
            <a:ext cx="3185535" cy="6211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579FE6-E648-EB4E-AC80-6511BFC15AB6}"/>
              </a:ext>
            </a:extLst>
          </p:cNvPr>
          <p:cNvSpPr/>
          <p:nvPr userDrawn="1"/>
        </p:nvSpPr>
        <p:spPr>
          <a:xfrm>
            <a:off x="2962551" y="1414607"/>
            <a:ext cx="2370881" cy="23708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370E7A7-9E25-F84A-9C0E-F5F8839E6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5221" y="4820202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2C467B1-9C01-4B4A-A792-624CBBBA5E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262582" y="4096138"/>
            <a:ext cx="3185535" cy="6211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6DD72A-7973-754E-95E6-7E9642BA7689}"/>
              </a:ext>
            </a:extLst>
          </p:cNvPr>
          <p:cNvSpPr/>
          <p:nvPr userDrawn="1"/>
        </p:nvSpPr>
        <p:spPr>
          <a:xfrm>
            <a:off x="6669911" y="1414607"/>
            <a:ext cx="2370881" cy="23708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1506A33-944E-1043-AEC4-296BC54DAB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2581" y="4820202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F1E15DD5-079D-1744-BE52-6768DD64526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15" name="Picture Placeholder 5">
            <a:extLst>
              <a:ext uri="{FF2B5EF4-FFF2-40B4-BE49-F238E27FC236}">
                <a16:creationId xmlns:a16="http://schemas.microsoft.com/office/drawing/2014/main" id="{7C0450C5-D8DD-7740-8161-EC26C0E8D7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558271" y="2077739"/>
            <a:ext cx="1179433" cy="10446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45B06777-F012-EA45-8995-770E39BC7D1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262170" y="2077739"/>
            <a:ext cx="1179433" cy="10446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5971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72287C-40F5-2C46-94D0-7CD80A5A46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95870" y="4096138"/>
            <a:ext cx="3185535" cy="6211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6579FE6-E648-EB4E-AC80-6511BFC15AB6}"/>
              </a:ext>
            </a:extLst>
          </p:cNvPr>
          <p:cNvSpPr/>
          <p:nvPr userDrawn="1"/>
        </p:nvSpPr>
        <p:spPr>
          <a:xfrm>
            <a:off x="1203199" y="1414607"/>
            <a:ext cx="2370881" cy="23708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370E7A7-9E25-F84A-9C0E-F5F8839E6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5869" y="4820202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2C467B1-9C01-4B4A-A792-624CBBBA5E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03230" y="4096138"/>
            <a:ext cx="3185535" cy="6211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6DD72A-7973-754E-95E6-7E9642BA7689}"/>
              </a:ext>
            </a:extLst>
          </p:cNvPr>
          <p:cNvSpPr/>
          <p:nvPr userDrawn="1"/>
        </p:nvSpPr>
        <p:spPr>
          <a:xfrm>
            <a:off x="4910559" y="1414607"/>
            <a:ext cx="2370881" cy="23708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1506A33-944E-1043-AEC4-296BC54DAB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3229" y="4820202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47044FD-1808-3A4B-8E3A-A599D29904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05267" y="4096138"/>
            <a:ext cx="3185535" cy="62114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0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D0292D7-8F90-CF4E-95AD-A3FBC5F96621}"/>
              </a:ext>
            </a:extLst>
          </p:cNvPr>
          <p:cNvSpPr/>
          <p:nvPr userDrawn="1"/>
        </p:nvSpPr>
        <p:spPr>
          <a:xfrm>
            <a:off x="8612596" y="1414607"/>
            <a:ext cx="2370881" cy="2370881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566D4C39-D62C-7646-9C41-A27D299B56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05266" y="4820202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752D6BC-D969-3647-BB49-BD99BF2223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7B04B938-2BE5-F040-8724-E2AAF75138B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798919" y="2077739"/>
            <a:ext cx="1179433" cy="10446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842D19F4-FF9D-F44A-9514-69DE251BCE7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506279" y="2077739"/>
            <a:ext cx="1179433" cy="10446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  <p:sp>
        <p:nvSpPr>
          <p:cNvPr id="22" name="Picture Placeholder 5">
            <a:extLst>
              <a:ext uri="{FF2B5EF4-FFF2-40B4-BE49-F238E27FC236}">
                <a16:creationId xmlns:a16="http://schemas.microsoft.com/office/drawing/2014/main" id="{BE5610BB-B8E7-164F-8CE1-9B2C02EB6F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325926" y="2077739"/>
            <a:ext cx="1179433" cy="10446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6234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-explaining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872287C-40F5-2C46-94D0-7CD80A5A46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1539" y="1426929"/>
            <a:ext cx="3185535" cy="50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2370E7A7-9E25-F84A-9C0E-F5F8839E6DA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1539" y="2422889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752D6BC-D969-3647-BB49-BD99BF2223F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737921-9725-E346-B934-991A90B71B94}"/>
              </a:ext>
            </a:extLst>
          </p:cNvPr>
          <p:cNvSpPr/>
          <p:nvPr userDrawn="1"/>
        </p:nvSpPr>
        <p:spPr>
          <a:xfrm>
            <a:off x="361539" y="2155531"/>
            <a:ext cx="335665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3BBC4092-4F00-FF49-84EE-358CBC44E0A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41615" y="1430172"/>
            <a:ext cx="3185535" cy="50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8A48A2-5F39-DC4A-B5B8-EDE2ACC91FF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41615" y="2426132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3E1A1E-43BA-7543-87D5-7F798C6FAEC5}"/>
              </a:ext>
            </a:extLst>
          </p:cNvPr>
          <p:cNvSpPr/>
          <p:nvPr userDrawn="1"/>
        </p:nvSpPr>
        <p:spPr>
          <a:xfrm>
            <a:off x="4441615" y="2158774"/>
            <a:ext cx="335665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6538E69B-B2BB-1B47-A71F-8F95FA7B34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1691" y="1430172"/>
            <a:ext cx="3185535" cy="50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32F7476-C9A2-2148-BDFC-0E7AE87D9D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21691" y="2426132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6062833-B5B1-EE43-997E-073334F6213E}"/>
              </a:ext>
            </a:extLst>
          </p:cNvPr>
          <p:cNvSpPr/>
          <p:nvPr userDrawn="1"/>
        </p:nvSpPr>
        <p:spPr>
          <a:xfrm>
            <a:off x="8521691" y="2158774"/>
            <a:ext cx="335665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D09BAA0F-FA8F-2547-AFF1-85FD8C1D0C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1539" y="3973360"/>
            <a:ext cx="3185535" cy="50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E328FDB4-FA57-4E4E-AD6F-B190BDA222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539" y="4969320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C035A8-B92A-D04A-BB95-DF751B006807}"/>
              </a:ext>
            </a:extLst>
          </p:cNvPr>
          <p:cNvSpPr/>
          <p:nvPr userDrawn="1"/>
        </p:nvSpPr>
        <p:spPr>
          <a:xfrm>
            <a:off x="361539" y="4701962"/>
            <a:ext cx="335665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7F327C0-D360-A740-A4D3-F4FBD61D049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41615" y="3976603"/>
            <a:ext cx="3185535" cy="50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E213A198-F853-9C45-BCFE-287A956D68C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41615" y="4972563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FD1B5C1-2272-3C4C-A376-A3229A2B3257}"/>
              </a:ext>
            </a:extLst>
          </p:cNvPr>
          <p:cNvSpPr/>
          <p:nvPr userDrawn="1"/>
        </p:nvSpPr>
        <p:spPr>
          <a:xfrm>
            <a:off x="4441615" y="4705205"/>
            <a:ext cx="335665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F6F1300C-F9D6-014A-8A16-9179C7206C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21691" y="3976603"/>
            <a:ext cx="3185535" cy="50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A73C59A8-566E-9940-A63B-DDA9C5A70C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521691" y="4972563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D3876F8-92EC-4D49-BC40-8FD13C881AC9}"/>
              </a:ext>
            </a:extLst>
          </p:cNvPr>
          <p:cNvSpPr/>
          <p:nvPr userDrawn="1"/>
        </p:nvSpPr>
        <p:spPr>
          <a:xfrm>
            <a:off x="8521691" y="4705205"/>
            <a:ext cx="335665" cy="4571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3155561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D5A9A8F9-A1E8-4842-81EC-9928F78C50A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86487" y="1180875"/>
            <a:ext cx="3185535" cy="50696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5EF77-94D5-5440-9292-97B06090A0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6487" y="1826541"/>
            <a:ext cx="3185535" cy="41546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Description</a:t>
            </a:r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CCB2BE0-25AF-BE4C-92C3-CCFBAF0963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40182" y="1180875"/>
            <a:ext cx="5000400" cy="5000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72156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studysty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5076F-E8E0-B544-965E-6FB08E0148A5}"/>
              </a:ext>
            </a:extLst>
          </p:cNvPr>
          <p:cNvCxnSpPr/>
          <p:nvPr userDrawn="1"/>
        </p:nvCxnSpPr>
        <p:spPr>
          <a:xfrm>
            <a:off x="5972213" y="492991"/>
            <a:ext cx="0" cy="7810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25759FA-4C01-FD42-9E95-48A71356B8CB}"/>
              </a:ext>
            </a:extLst>
          </p:cNvPr>
          <p:cNvCxnSpPr/>
          <p:nvPr userDrawn="1"/>
        </p:nvCxnSpPr>
        <p:spPr>
          <a:xfrm>
            <a:off x="8048334" y="492991"/>
            <a:ext cx="0" cy="7810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59BB238-39F2-9E45-9AB6-A8AC0F76E99A}"/>
              </a:ext>
            </a:extLst>
          </p:cNvPr>
          <p:cNvCxnSpPr/>
          <p:nvPr userDrawn="1"/>
        </p:nvCxnSpPr>
        <p:spPr>
          <a:xfrm>
            <a:off x="3798385" y="492991"/>
            <a:ext cx="0" cy="78105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AB497CD-C350-044A-8D09-81FB8490CA9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61267" y="492991"/>
            <a:ext cx="1443668" cy="2940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Technology</a:t>
            </a:r>
          </a:p>
          <a:p>
            <a:pPr lvl="0"/>
            <a:endParaRPr lang="en-GB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1133BBF-DD46-F44F-A7B3-694BAE4C007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92991"/>
            <a:ext cx="1443668" cy="2940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Duration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FC6679D-5540-0348-BCEA-53601F08A2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20750" y="492991"/>
            <a:ext cx="1443668" cy="2940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b="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Service Provided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7D8C2EC-75F9-9A49-B618-BFE3B7F0E9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1267" y="932829"/>
            <a:ext cx="1443668" cy="2940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r>
              <a:rPr lang="en-US"/>
              <a:t>Salesforce Commerce Cloud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BF81216-6483-0B44-811B-05F64142CE2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02583" y="932829"/>
            <a:ext cx="1443668" cy="29408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200" b="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r>
              <a:rPr lang="en-US"/>
              <a:t>2 Months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3787BFB-31C0-B14E-BD4B-BCD94CE9C30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20749" y="932829"/>
            <a:ext cx="3122440" cy="78105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640"/>
              </a:lnSpc>
              <a:buNone/>
              <a:defRPr sz="1200" b="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r>
              <a:rPr lang="en-US" sz="1200" b="1"/>
              <a:t>Continuous Improvement &amp; Enhancements</a:t>
            </a:r>
          </a:p>
          <a:p>
            <a:r>
              <a:rPr lang="en-US" sz="1200" b="1"/>
              <a:t>Production Implementation</a:t>
            </a:r>
          </a:p>
          <a:p>
            <a:r>
              <a:rPr lang="en-US" sz="1200" b="1"/>
              <a:t>Production support</a:t>
            </a:r>
          </a:p>
          <a:p>
            <a:r>
              <a:rPr lang="en-US" sz="1200" b="1"/>
              <a:t>24x7/365 Post-implementation Support</a:t>
            </a:r>
          </a:p>
          <a:p>
            <a:endParaRPr lang="en-US" sz="1200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091BE1-8CCD-6B44-A141-A1C38AC2298D}"/>
              </a:ext>
            </a:extLst>
          </p:cNvPr>
          <p:cNvSpPr/>
          <p:nvPr userDrawn="1"/>
        </p:nvSpPr>
        <p:spPr>
          <a:xfrm>
            <a:off x="-12701" y="1817225"/>
            <a:ext cx="7857778" cy="509563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Content Placeholder 1">
            <a:extLst>
              <a:ext uri="{FF2B5EF4-FFF2-40B4-BE49-F238E27FC236}">
                <a16:creationId xmlns:a16="http://schemas.microsoft.com/office/drawing/2014/main" id="{49B1C479-9F74-BF47-A47E-F0B9A262ACDA}"/>
              </a:ext>
            </a:extLst>
          </p:cNvPr>
          <p:cNvSpPr txBox="1">
            <a:spLocks/>
          </p:cNvSpPr>
          <p:nvPr userDrawn="1"/>
        </p:nvSpPr>
        <p:spPr>
          <a:xfrm>
            <a:off x="243617" y="2395368"/>
            <a:ext cx="5852383" cy="504662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228600" indent="-228600">
              <a:lnSpc>
                <a:spcPct val="140000"/>
              </a:lnSpc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1000">
                <a:solidFill>
                  <a:srgbClr val="FFFFFF"/>
                </a:solidFill>
              </a:defRPr>
            </a:lvl1pPr>
            <a:lvl2pPr marL="685800" lvl="1" indent="-228600">
              <a:lnSpc>
                <a:spcPct val="140000"/>
              </a:lnSpc>
              <a:spcBef>
                <a:spcPts val="500"/>
              </a:spcBef>
              <a:buClr>
                <a:schemeClr val="bg1"/>
              </a:buClr>
              <a:buFont typeface="Arial" panose="020B0604020202020204" pitchFamily="34" charset="0"/>
              <a:buChar char="•"/>
              <a:defRPr sz="900">
                <a:solidFill>
                  <a:srgbClr val="FFFFFF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>
              <a:lnSpc>
                <a:spcPts val="1200"/>
              </a:lnSpc>
              <a:spcBef>
                <a:spcPts val="600"/>
              </a:spcBef>
            </a:pPr>
            <a:endParaRPr lang="en-US" sz="140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4AF243C0-88D3-8943-BC0E-C755C97DACE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0857" y="2248324"/>
            <a:ext cx="5321300" cy="4268223"/>
          </a:xfrm>
          <a:prstGeom prst="rect">
            <a:avLst/>
          </a:prstGeom>
        </p:spPr>
        <p:txBody>
          <a:bodyPr/>
          <a:lstStyle>
            <a:lvl1pPr marL="171450" indent="-171450" algn="l">
              <a:buFont typeface="Arial" panose="020B0604020202020204" pitchFamily="34" charset="0"/>
              <a:buChar char="•"/>
              <a:defRPr sz="1200" b="0">
                <a:solidFill>
                  <a:schemeClr val="bg1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Buy Online Pickup In Store – </a:t>
            </a:r>
            <a:r>
              <a:rPr lang="en-US" sz="1200" i="1"/>
              <a:t>Advanced </a:t>
            </a:r>
            <a:r>
              <a:rPr lang="en-US" sz="1200" i="1" err="1"/>
              <a:t>GeoIP</a:t>
            </a:r>
            <a:r>
              <a:rPr lang="en-US" sz="1200" i="1"/>
              <a:t> based rollout. Developed enhanced multi-ship cases</a:t>
            </a:r>
            <a:endParaRPr lang="en-US" sz="1200"/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PLP and PDP Redesign and Implementation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Customized Gift with Purchase Experience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Increased adoption of private label credit card by implementing real-time screening and registration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Enhanced PLP template containing highly configurable marketing content blocks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Store Appointments - Personal Styling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Customized Gallery view – Default Color override empowering merchandizers to promote    different variants under different categories 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Automated Merchandizing – </a:t>
            </a:r>
            <a:r>
              <a:rPr lang="en-US" sz="1200" i="1"/>
              <a:t>Product Categorization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Performance Optimization across the site [Backend + Frontend]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Enhanced Cart Merge 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Working on designing, creating and developing new Site for Canada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r>
              <a:rPr lang="en-US" sz="1200"/>
              <a:t>Connecting all sales channels with a unified backend to fully automate order processing</a:t>
            </a:r>
          </a:p>
          <a:p>
            <a:pPr>
              <a:lnSpc>
                <a:spcPts val="1200"/>
              </a:lnSpc>
              <a:spcBef>
                <a:spcPts val="600"/>
              </a:spcBef>
            </a:pPr>
            <a:endParaRPr lang="en-US" sz="1200"/>
          </a:p>
          <a:p>
            <a:pPr>
              <a:lnSpc>
                <a:spcPts val="1200"/>
              </a:lnSpc>
              <a:spcBef>
                <a:spcPts val="600"/>
              </a:spcBef>
            </a:pPr>
            <a:endParaRPr lang="en-US" sz="1200"/>
          </a:p>
        </p:txBody>
      </p:sp>
      <p:sp>
        <p:nvSpPr>
          <p:cNvPr id="17" name="Picture Placeholder 22">
            <a:extLst>
              <a:ext uri="{FF2B5EF4-FFF2-40B4-BE49-F238E27FC236}">
                <a16:creationId xmlns:a16="http://schemas.microsoft.com/office/drawing/2014/main" id="{DCF7BC19-A7A9-F74A-B02A-541899969EF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00856" y="688354"/>
            <a:ext cx="2219187" cy="48895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PK"/>
              <a:t>Logo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736EA9A-E523-3749-9A7B-B224B14A8FF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907213" y="1817688"/>
            <a:ext cx="5284787" cy="4116387"/>
          </a:xfrm>
          <a:prstGeom prst="rect">
            <a:avLst/>
          </a:prstGeom>
        </p:spPr>
        <p:txBody>
          <a:bodyPr anchor="ctr"/>
          <a:lstStyle>
            <a:lvl1pPr algn="ctr">
              <a:defRPr/>
            </a:lvl1pPr>
          </a:lstStyle>
          <a:p>
            <a:r>
              <a:rPr lang="en-PK"/>
              <a:t>Your image here</a:t>
            </a:r>
          </a:p>
        </p:txBody>
      </p:sp>
    </p:spTree>
    <p:extLst>
      <p:ext uri="{BB962C8B-B14F-4D97-AF65-F5344CB8AC3E}">
        <p14:creationId xmlns:p14="http://schemas.microsoft.com/office/powerpoint/2010/main" val="183182165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605FFB90-F4DE-B744-8B24-6533C865C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2373" y="292882"/>
            <a:ext cx="514096" cy="365125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1E1B6F-5F57-4E3B-B548-5E10FBA72650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44546A">
                    <a:lumMod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‹#›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44546A">
                  <a:lumMod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AA2289-894C-A540-AFC7-56613F35293A}"/>
              </a:ext>
            </a:extLst>
          </p:cNvPr>
          <p:cNvCxnSpPr/>
          <p:nvPr userDrawn="1"/>
        </p:nvCxnSpPr>
        <p:spPr>
          <a:xfrm>
            <a:off x="7594899" y="2130207"/>
            <a:ext cx="336413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A863B4-2AEC-0F42-9331-8A4D1BBE664C}"/>
              </a:ext>
            </a:extLst>
          </p:cNvPr>
          <p:cNvCxnSpPr/>
          <p:nvPr userDrawn="1"/>
        </p:nvCxnSpPr>
        <p:spPr>
          <a:xfrm>
            <a:off x="7594899" y="3636277"/>
            <a:ext cx="336413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47E7F3-A200-0D4D-9053-6B5E0808C1CD}"/>
              </a:ext>
            </a:extLst>
          </p:cNvPr>
          <p:cNvCxnSpPr/>
          <p:nvPr userDrawn="1"/>
        </p:nvCxnSpPr>
        <p:spPr>
          <a:xfrm>
            <a:off x="7594899" y="5034771"/>
            <a:ext cx="336413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D1D4EC18-1FAD-4F40-9F8F-B588615EDCA2}"/>
              </a:ext>
            </a:extLst>
          </p:cNvPr>
          <p:cNvSpPr/>
          <p:nvPr/>
        </p:nvSpPr>
        <p:spPr>
          <a:xfrm>
            <a:off x="514096" y="2066410"/>
            <a:ext cx="3174296" cy="3174296"/>
          </a:xfrm>
          <a:prstGeom prst="ellipse">
            <a:avLst/>
          </a:prstGeom>
          <a:solidFill>
            <a:srgbClr val="1D987A">
              <a:alpha val="6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FD2E1C-81C3-C040-B3CB-55E20AC95D32}"/>
              </a:ext>
            </a:extLst>
          </p:cNvPr>
          <p:cNvSpPr/>
          <p:nvPr/>
        </p:nvSpPr>
        <p:spPr>
          <a:xfrm>
            <a:off x="320459" y="1872773"/>
            <a:ext cx="3561570" cy="3561570"/>
          </a:xfrm>
          <a:prstGeom prst="ellipse">
            <a:avLst/>
          </a:prstGeom>
          <a:noFill/>
          <a:ln>
            <a:solidFill>
              <a:schemeClr val="accent1">
                <a:lumMod val="60000"/>
                <a:lumOff val="40000"/>
                <a:alpha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859900E-129A-7F40-8396-BDF4B9C7D33C}"/>
              </a:ext>
            </a:extLst>
          </p:cNvPr>
          <p:cNvSpPr/>
          <p:nvPr userDrawn="1"/>
        </p:nvSpPr>
        <p:spPr>
          <a:xfrm>
            <a:off x="3075898" y="1872773"/>
            <a:ext cx="3561570" cy="3561570"/>
          </a:xfrm>
          <a:prstGeom prst="ellipse">
            <a:avLst/>
          </a:prstGeom>
          <a:noFill/>
          <a:ln>
            <a:solidFill>
              <a:schemeClr val="bg1">
                <a:lumMod val="85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8958A38-CCCD-B94F-8A64-BEE457E74AC9}"/>
              </a:ext>
            </a:extLst>
          </p:cNvPr>
          <p:cNvSpPr/>
          <p:nvPr userDrawn="1"/>
        </p:nvSpPr>
        <p:spPr>
          <a:xfrm>
            <a:off x="3269535" y="2066410"/>
            <a:ext cx="3174296" cy="3174296"/>
          </a:xfrm>
          <a:prstGeom prst="ellipse">
            <a:avLst/>
          </a:prstGeom>
          <a:solidFill>
            <a:srgbClr val="5193CF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0E8AC4-2AF8-E34F-A38C-5E637CBB66DD}"/>
              </a:ext>
            </a:extLst>
          </p:cNvPr>
          <p:cNvSpPr/>
          <p:nvPr userDrawn="1"/>
        </p:nvSpPr>
        <p:spPr>
          <a:xfrm>
            <a:off x="3096814" y="3255217"/>
            <a:ext cx="762121" cy="76212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ross 20">
            <a:extLst>
              <a:ext uri="{FF2B5EF4-FFF2-40B4-BE49-F238E27FC236}">
                <a16:creationId xmlns:a16="http://schemas.microsoft.com/office/drawing/2014/main" id="{E76AD8B6-F82E-1A43-877F-588921BE549A}"/>
              </a:ext>
            </a:extLst>
          </p:cNvPr>
          <p:cNvSpPr/>
          <p:nvPr userDrawn="1"/>
        </p:nvSpPr>
        <p:spPr>
          <a:xfrm>
            <a:off x="3250496" y="3422743"/>
            <a:ext cx="437523" cy="427067"/>
          </a:xfrm>
          <a:prstGeom prst="plus">
            <a:avLst>
              <a:gd name="adj" fmla="val 36455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94B97943-9618-5048-A52D-4E63E82185D7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361539" y="475129"/>
            <a:ext cx="5043838" cy="5069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Mainheading</a:t>
            </a:r>
            <a:r>
              <a:rPr lang="en-GB"/>
              <a:t> 32 Point Font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DE9F309E-E4C7-4644-86AE-F4CD32BC9617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7594899" y="1105024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B35E45AB-461B-3744-B6D7-81E8B2931CD7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94899" y="1462833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subtext here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3D89D53C-7A1C-3C4E-9F14-7846EC3F3DDD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7594899" y="2496503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A65493CC-BDB6-3344-BF93-A355428E4E60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594899" y="2854312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subtext here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735931B-6787-B446-9197-20621ADD970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7594899" y="3967494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5CF0C47A-8C0A-7B4A-9EF1-3833774C9B91}"/>
              </a:ext>
            </a:extLst>
          </p:cNvPr>
          <p:cNvSpPr>
            <a:spLocks noGrp="1"/>
          </p:cNvSpPr>
          <p:nvPr userDrawn="1">
            <p:ph type="body" sz="quarter" idx="22" hasCustomPrompt="1"/>
          </p:nvPr>
        </p:nvSpPr>
        <p:spPr>
          <a:xfrm>
            <a:off x="7594899" y="4325303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subtext here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1BE1889D-7A66-4C43-A122-A6EDD9869A5E}"/>
              </a:ext>
            </a:extLst>
          </p:cNvPr>
          <p:cNvSpPr>
            <a:spLocks noGrp="1"/>
          </p:cNvSpPr>
          <p:nvPr userDrawn="1">
            <p:ph type="body" sz="quarter" idx="23" hasCustomPrompt="1"/>
          </p:nvPr>
        </p:nvSpPr>
        <p:spPr>
          <a:xfrm>
            <a:off x="7594899" y="5418607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text here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FA6A61C8-E296-C041-B042-7651CDC89303}"/>
              </a:ext>
            </a:extLst>
          </p:cNvPr>
          <p:cNvSpPr>
            <a:spLocks noGrp="1"/>
          </p:cNvSpPr>
          <p:nvPr userDrawn="1">
            <p:ph type="body" sz="quarter" idx="24" hasCustomPrompt="1"/>
          </p:nvPr>
        </p:nvSpPr>
        <p:spPr>
          <a:xfrm>
            <a:off x="7594899" y="5776416"/>
            <a:ext cx="3508919" cy="2666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Your subtext here</a:t>
            </a:r>
          </a:p>
        </p:txBody>
      </p:sp>
      <p:sp>
        <p:nvSpPr>
          <p:cNvPr id="31" name="Picture Placeholder 22">
            <a:extLst>
              <a:ext uri="{FF2B5EF4-FFF2-40B4-BE49-F238E27FC236}">
                <a16:creationId xmlns:a16="http://schemas.microsoft.com/office/drawing/2014/main" id="{A49030B6-CB97-024C-82AC-C4C15FAFB802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381540" y="3413922"/>
            <a:ext cx="1105162" cy="48895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PK"/>
              <a:t>LOGO</a:t>
            </a:r>
          </a:p>
        </p:txBody>
      </p:sp>
      <p:sp>
        <p:nvSpPr>
          <p:cNvPr id="32" name="Picture Placeholder 22">
            <a:extLst>
              <a:ext uri="{FF2B5EF4-FFF2-40B4-BE49-F238E27FC236}">
                <a16:creationId xmlns:a16="http://schemas.microsoft.com/office/drawing/2014/main" id="{75B85407-7C30-F842-8F2C-0116679CFB7D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4645822" y="2876471"/>
            <a:ext cx="1168567" cy="48895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PK"/>
              <a:t>LOGO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7A46E94A-E36F-CA49-B7F6-9DC6F533B21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645823" y="3721297"/>
            <a:ext cx="1168568" cy="48895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r>
              <a:rPr lang="en-PK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8212991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F9DABAA-1609-364A-93F0-70FEC50CAA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76422" y="637675"/>
            <a:ext cx="2009630" cy="2009630"/>
          </a:xfrm>
          <a:prstGeom prst="rect">
            <a:avLst/>
          </a:prstGeom>
        </p:spPr>
      </p:pic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AC5BE8AF-F941-174F-BA76-9D792B27316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-18396" y="0"/>
            <a:ext cx="12227860" cy="3429000"/>
          </a:xfrm>
          <a:prstGeom prst="rect">
            <a:avLst/>
          </a:prstGeom>
        </p:spPr>
        <p:txBody>
          <a:bodyPr/>
          <a:lstStyle/>
          <a:p>
            <a:r>
              <a:rPr lang="en-PK"/>
              <a:t>Image header</a:t>
            </a:r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EA3A9FA5-034F-D34C-A9E0-B32A1C7DC27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780588" y="1271588"/>
            <a:ext cx="1698625" cy="901700"/>
          </a:xfrm>
          <a:prstGeom prst="rect">
            <a:avLst/>
          </a:prstGeom>
        </p:spPr>
        <p:txBody>
          <a:bodyPr/>
          <a:lstStyle/>
          <a:p>
            <a:r>
              <a:rPr lang="en-PK"/>
              <a:t>logo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114D8DA3-BD2B-9549-929D-83D925AF48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5948" y="3989589"/>
            <a:ext cx="2872032" cy="16914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5193C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Joie is a US and Europe based premium sought after contemporary lifestyle brand. 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E94FA209-D004-CC4B-BFF6-9E1315AF3C2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40188" y="3992081"/>
            <a:ext cx="577850" cy="48895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24F15A92-D12B-F74F-BBB3-E79A773754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41677" y="3992081"/>
            <a:ext cx="6084824" cy="7263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Joie is a US and Europe based premium sought after contemporary lifestyle brand. Joie is feminine and effortless clothing for the modern contemporary woman's lifestyle</a:t>
            </a:r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B59710DC-9A91-5946-9DF6-4E26AF493F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40188" y="4954740"/>
            <a:ext cx="577850" cy="48895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C3509E6-3F60-9E40-B5EE-DA65A0CC40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41677" y="4954740"/>
            <a:ext cx="6084824" cy="7263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Joie is a US and Europe based premium sought after contemporary lifestyle brand. Joie is feminine and effortless clothing for the modern contemporary woman's lifestyle</a:t>
            </a:r>
          </a:p>
        </p:txBody>
      </p:sp>
      <p:sp>
        <p:nvSpPr>
          <p:cNvPr id="27" name="Picture Placeholder 22">
            <a:extLst>
              <a:ext uri="{FF2B5EF4-FFF2-40B4-BE49-F238E27FC236}">
                <a16:creationId xmlns:a16="http://schemas.microsoft.com/office/drawing/2014/main" id="{9C62F5FA-FAB1-C549-82FD-5276B4345F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40188" y="5830807"/>
            <a:ext cx="577850" cy="488950"/>
          </a:xfrm>
          <a:prstGeom prst="rect">
            <a:avLst/>
          </a:prstGeom>
        </p:spPr>
        <p:txBody>
          <a:bodyPr/>
          <a:lstStyle>
            <a:lvl1pPr>
              <a:defRPr sz="800"/>
            </a:lvl1pPr>
          </a:lstStyle>
          <a:p>
            <a:endParaRPr lang="en-PK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99024A3A-6E54-0144-BAE2-8637C5AE3BA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841677" y="5830807"/>
            <a:ext cx="6084824" cy="7263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Joie is a US and Europe based premium sought after contemporary lifestyle brand. Joie is feminine and effortless clothing for the modern contemporary woman's lifestyle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0886FF06-AF6E-3E49-8B32-A43EDDA43B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70218" y="6007771"/>
            <a:ext cx="2907762" cy="39929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42486F"/>
                </a:solidFill>
              </a:defRPr>
            </a:lvl1pPr>
            <a:lvl2pPr>
              <a:defRPr b="1">
                <a:solidFill>
                  <a:schemeClr val="accent2">
                    <a:lumMod val="75000"/>
                  </a:schemeClr>
                </a:solidFill>
              </a:defRPr>
            </a:lvl2pPr>
            <a:lvl3pPr marL="914400" indent="0">
              <a:buNone/>
              <a:defRPr>
                <a:solidFill>
                  <a:schemeClr val="tx2"/>
                </a:solidFill>
              </a:defRPr>
            </a:lvl3pPr>
            <a:lvl4pPr marL="1371600" indent="0">
              <a:buNone/>
              <a:defRPr>
                <a:solidFill>
                  <a:schemeClr val="tx2"/>
                </a:solidFill>
              </a:defRPr>
            </a:lvl4pPr>
            <a:lvl5pPr marL="18288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 err="1"/>
              <a:t>www.joie.com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5924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5FE5B7-678F-A644-A2EC-3891F64D6B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25579"/>
            <a:ext cx="12192000" cy="688358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A2EDB6F-329E-4449-B158-9F7728312A17}"/>
              </a:ext>
            </a:extLst>
          </p:cNvPr>
          <p:cNvSpPr/>
          <p:nvPr userDrawn="1"/>
        </p:nvSpPr>
        <p:spPr>
          <a:xfrm>
            <a:off x="-10510" y="-25579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7D457C-6E0F-3344-931E-705F24D882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170507300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6A82F3-6D98-3146-8CDB-60213D2274E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7702" cy="68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4AD8188-3D73-344F-82F7-7182B875BFD8}"/>
              </a:ext>
            </a:extLst>
          </p:cNvPr>
          <p:cNvSpPr/>
          <p:nvPr userDrawn="1"/>
        </p:nvSpPr>
        <p:spPr>
          <a:xfrm>
            <a:off x="-10510" y="3221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13AF360-73EA-4346-AC22-3D8EAD83F64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298724382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B6F676-4B35-9841-8E6F-8EFFF98EC4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163" y="0"/>
            <a:ext cx="12197702" cy="68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4F902A-1DDE-1D46-A37A-7AF80E4F9F20}"/>
              </a:ext>
            </a:extLst>
          </p:cNvPr>
          <p:cNvSpPr/>
          <p:nvPr userDrawn="1"/>
        </p:nvSpPr>
        <p:spPr>
          <a:xfrm>
            <a:off x="-10510" y="3221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E35F2A87-0B4F-1845-9F45-378926F286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191854499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8B7863-2CEA-D14E-AB74-C00170301B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15" y="0"/>
            <a:ext cx="12197702" cy="68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DDFE9E8-5076-FF48-80A6-551D5088C59D}"/>
              </a:ext>
            </a:extLst>
          </p:cNvPr>
          <p:cNvSpPr/>
          <p:nvPr userDrawn="1"/>
        </p:nvSpPr>
        <p:spPr>
          <a:xfrm>
            <a:off x="-10510" y="3221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D1E224A-78A5-BD48-932F-378A68A47F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377234811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0C217B-65B9-8B46-9637-D81AF4967F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" y="0"/>
            <a:ext cx="12197702" cy="68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A9821E7-34F1-4948-B01E-73DCBA53DEC9}"/>
              </a:ext>
            </a:extLst>
          </p:cNvPr>
          <p:cNvSpPr/>
          <p:nvPr userDrawn="1"/>
        </p:nvSpPr>
        <p:spPr>
          <a:xfrm>
            <a:off x="-10510" y="3221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CDFB363-4C7C-6744-8FC8-E2966011657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328333686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FA0F91-264E-7B4C-8313-D1E66A7178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" y="0"/>
            <a:ext cx="12197702" cy="68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FD03D38-86A3-4C41-AA3E-43C4B3B35F7D}"/>
              </a:ext>
            </a:extLst>
          </p:cNvPr>
          <p:cNvSpPr/>
          <p:nvPr userDrawn="1"/>
        </p:nvSpPr>
        <p:spPr>
          <a:xfrm>
            <a:off x="-23225" y="3221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32E0DFD8-009E-B04D-AD22-EBD94685D8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272302127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9DBD20-5167-E54B-8A37-FC5B3732C5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" y="0"/>
            <a:ext cx="12197702" cy="68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F7D1E54-475B-7049-B1FE-2BCD9FCB7109}"/>
              </a:ext>
            </a:extLst>
          </p:cNvPr>
          <p:cNvSpPr/>
          <p:nvPr userDrawn="1"/>
        </p:nvSpPr>
        <p:spPr>
          <a:xfrm>
            <a:off x="-13286" y="3221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4F0CE7C8-82F5-164E-ADCE-0318A0C3C1B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352085783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rator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4AE9F2-5409-3942-89E9-E58225E1A1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" y="0"/>
            <a:ext cx="12197702" cy="6886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10A52A2-9493-1E46-865F-F80A09E8DFE2}"/>
              </a:ext>
            </a:extLst>
          </p:cNvPr>
          <p:cNvSpPr/>
          <p:nvPr userDrawn="1"/>
        </p:nvSpPr>
        <p:spPr>
          <a:xfrm>
            <a:off x="-10510" y="3221"/>
            <a:ext cx="12202510" cy="6883579"/>
          </a:xfrm>
          <a:prstGeom prst="rect">
            <a:avLst/>
          </a:prstGeom>
          <a:gradFill>
            <a:gsLst>
              <a:gs pos="0">
                <a:srgbClr val="002060">
                  <a:alpha val="14000"/>
                </a:srgbClr>
              </a:gs>
              <a:gs pos="100000">
                <a:srgbClr val="00206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880C49F9-A16A-F647-AF02-8A2D59844A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06739" y="4646295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148636641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AE6DC8-EA30-3A4B-95D2-7337552D32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92385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2E2515F-DF10-BB48-A870-A6EA88A1472E}"/>
              </a:ext>
            </a:extLst>
          </p:cNvPr>
          <p:cNvSpPr/>
          <p:nvPr userDrawn="1"/>
        </p:nvSpPr>
        <p:spPr>
          <a:xfrm>
            <a:off x="-10510" y="1"/>
            <a:ext cx="12202510" cy="6923856"/>
          </a:xfrm>
          <a:prstGeom prst="rect">
            <a:avLst/>
          </a:prstGeom>
          <a:gradFill>
            <a:gsLst>
              <a:gs pos="0">
                <a:srgbClr val="002060">
                  <a:alpha val="28000"/>
                </a:srgbClr>
              </a:gs>
              <a:gs pos="100000">
                <a:srgbClr val="002060">
                  <a:alpha val="87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BC95C0-47B1-7F49-95C9-4BFDBF7452D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766871" y="3004727"/>
            <a:ext cx="4451804" cy="914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Your Heading Here</a:t>
            </a:r>
          </a:p>
        </p:txBody>
      </p:sp>
    </p:spTree>
    <p:extLst>
      <p:ext uri="{BB962C8B-B14F-4D97-AF65-F5344CB8AC3E}">
        <p14:creationId xmlns:p14="http://schemas.microsoft.com/office/powerpoint/2010/main" val="118440941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185376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-subheading-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879135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Option 1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888" y="4336532"/>
            <a:ext cx="7817379" cy="844847"/>
          </a:xfrm>
        </p:spPr>
        <p:txBody>
          <a:bodyPr wrap="square" tIns="0" anchor="b" anchorCtr="0">
            <a:noAutofit/>
          </a:bodyPr>
          <a:lstStyle>
            <a:lvl1pPr algn="l">
              <a:defRPr sz="3200" b="1" i="0" spc="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defRPr>
            </a:lvl1pPr>
          </a:lstStyle>
          <a:p>
            <a:r>
              <a:rPr lang="en-US"/>
              <a:t>Front Cover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E1E43B4-DA05-EE5A-DB7C-C8266DA5341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1403" y="5180351"/>
            <a:ext cx="7817379" cy="2769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500" cap="none" baseline="0" dirty="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defRPr>
            </a:lvl1pPr>
          </a:lstStyle>
          <a:p>
            <a:pPr lvl="0"/>
            <a:r>
              <a:rPr lang="en-US"/>
              <a:t>Subtitle goes here if you need it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58A656-E36C-558D-8F58-054FEEE8A1A9}"/>
              </a:ext>
            </a:extLst>
          </p:cNvPr>
          <p:cNvGrpSpPr/>
          <p:nvPr userDrawn="1"/>
        </p:nvGrpSpPr>
        <p:grpSpPr>
          <a:xfrm>
            <a:off x="3645408" y="0"/>
            <a:ext cx="8546592" cy="6858000"/>
            <a:chOff x="4334866" y="0"/>
            <a:chExt cx="4809134" cy="6858000"/>
          </a:xfrm>
        </p:grpSpPr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D9220EFB-427B-2770-2D54-23DA0A167308}"/>
                </a:ext>
              </a:extLst>
            </p:cNvPr>
            <p:cNvSpPr/>
            <p:nvPr userDrawn="1"/>
          </p:nvSpPr>
          <p:spPr>
            <a:xfrm>
              <a:off x="4416568" y="0"/>
              <a:ext cx="4727432" cy="6858000"/>
            </a:xfrm>
            <a:custGeom>
              <a:avLst/>
              <a:gdLst>
                <a:gd name="connsiteX0" fmla="*/ 0 w 6303242"/>
                <a:gd name="connsiteY0" fmla="*/ 0 h 6858000"/>
                <a:gd name="connsiteX1" fmla="*/ 28250 w 6303242"/>
                <a:gd name="connsiteY1" fmla="*/ 0 h 6858000"/>
                <a:gd name="connsiteX2" fmla="*/ 6303242 w 6303242"/>
                <a:gd name="connsiteY2" fmla="*/ 4764839 h 6858000"/>
                <a:gd name="connsiteX3" fmla="*/ 6303242 w 6303242"/>
                <a:gd name="connsiteY3" fmla="*/ 4764856 h 6858000"/>
                <a:gd name="connsiteX4" fmla="*/ 3544813 w 6303242"/>
                <a:gd name="connsiteY4" fmla="*/ 6858000 h 6858000"/>
                <a:gd name="connsiteX5" fmla="*/ 3516563 w 6303242"/>
                <a:gd name="connsiteY5" fmla="*/ 6858000 h 6858000"/>
                <a:gd name="connsiteX6" fmla="*/ 6274992 w 6303242"/>
                <a:gd name="connsiteY6" fmla="*/ 4764856 h 6858000"/>
                <a:gd name="connsiteX7" fmla="*/ 6274992 w 6303242"/>
                <a:gd name="connsiteY7" fmla="*/ 476483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03242" h="6858000">
                  <a:moveTo>
                    <a:pt x="0" y="0"/>
                  </a:moveTo>
                  <a:lnTo>
                    <a:pt x="28250" y="0"/>
                  </a:lnTo>
                  <a:lnTo>
                    <a:pt x="6303242" y="4764839"/>
                  </a:lnTo>
                  <a:lnTo>
                    <a:pt x="6303242" y="4764856"/>
                  </a:lnTo>
                  <a:lnTo>
                    <a:pt x="3544813" y="6858000"/>
                  </a:lnTo>
                  <a:lnTo>
                    <a:pt x="3516563" y="6858000"/>
                  </a:lnTo>
                  <a:lnTo>
                    <a:pt x="6274992" y="4764856"/>
                  </a:lnTo>
                  <a:lnTo>
                    <a:pt x="6274992" y="4764839"/>
                  </a:lnTo>
                  <a:close/>
                </a:path>
              </a:pathLst>
            </a:custGeom>
            <a:gradFill>
              <a:gsLst>
                <a:gs pos="15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 w="12700">
              <a:noFill/>
            </a:ln>
          </p:spPr>
          <p:txBody>
            <a:bodyPr vert="horz" wrap="square" lIns="137160" tIns="137160" rIns="137160" bIns="0" rtlCol="0" anchor="ctr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1800"/>
                </a:spcBef>
              </a:pPr>
              <a:endParaRPr lang="en-US" sz="210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BF6DC8C-D964-5598-769E-8EA51233A7A5}"/>
                </a:ext>
              </a:extLst>
            </p:cNvPr>
            <p:cNvSpPr/>
            <p:nvPr userDrawn="1"/>
          </p:nvSpPr>
          <p:spPr>
            <a:xfrm>
              <a:off x="4334866" y="0"/>
              <a:ext cx="4727432" cy="6858000"/>
            </a:xfrm>
            <a:custGeom>
              <a:avLst/>
              <a:gdLst>
                <a:gd name="connsiteX0" fmla="*/ 0 w 6303242"/>
                <a:gd name="connsiteY0" fmla="*/ 0 h 6858000"/>
                <a:gd name="connsiteX1" fmla="*/ 28250 w 6303242"/>
                <a:gd name="connsiteY1" fmla="*/ 0 h 6858000"/>
                <a:gd name="connsiteX2" fmla="*/ 6303242 w 6303242"/>
                <a:gd name="connsiteY2" fmla="*/ 4764839 h 6858000"/>
                <a:gd name="connsiteX3" fmla="*/ 6303242 w 6303242"/>
                <a:gd name="connsiteY3" fmla="*/ 4764856 h 6858000"/>
                <a:gd name="connsiteX4" fmla="*/ 3544813 w 6303242"/>
                <a:gd name="connsiteY4" fmla="*/ 6858000 h 6858000"/>
                <a:gd name="connsiteX5" fmla="*/ 3516563 w 6303242"/>
                <a:gd name="connsiteY5" fmla="*/ 6858000 h 6858000"/>
                <a:gd name="connsiteX6" fmla="*/ 6274992 w 6303242"/>
                <a:gd name="connsiteY6" fmla="*/ 4764856 h 6858000"/>
                <a:gd name="connsiteX7" fmla="*/ 6274992 w 6303242"/>
                <a:gd name="connsiteY7" fmla="*/ 4764839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303242" h="6858000">
                  <a:moveTo>
                    <a:pt x="0" y="0"/>
                  </a:moveTo>
                  <a:lnTo>
                    <a:pt x="28250" y="0"/>
                  </a:lnTo>
                  <a:lnTo>
                    <a:pt x="6303242" y="4764839"/>
                  </a:lnTo>
                  <a:lnTo>
                    <a:pt x="6303242" y="4764856"/>
                  </a:lnTo>
                  <a:lnTo>
                    <a:pt x="3544813" y="6858000"/>
                  </a:lnTo>
                  <a:lnTo>
                    <a:pt x="3516563" y="6858000"/>
                  </a:lnTo>
                  <a:lnTo>
                    <a:pt x="6274992" y="4764856"/>
                  </a:lnTo>
                  <a:lnTo>
                    <a:pt x="6274992" y="4764839"/>
                  </a:lnTo>
                  <a:close/>
                </a:path>
              </a:pathLst>
            </a:custGeom>
            <a:gradFill>
              <a:gsLst>
                <a:gs pos="15000">
                  <a:schemeClr val="accent2"/>
                </a:gs>
                <a:gs pos="100000">
                  <a:schemeClr val="accent3"/>
                </a:gs>
              </a:gsLst>
              <a:lin ang="0" scaled="0"/>
            </a:gradFill>
            <a:ln w="12700">
              <a:noFill/>
            </a:ln>
          </p:spPr>
          <p:txBody>
            <a:bodyPr vert="horz" wrap="square" lIns="137160" tIns="137160" rIns="137160" bIns="0" rtlCol="0" anchor="ctr">
              <a:noAutofit/>
            </a:bodyPr>
            <a:lstStyle/>
            <a:p>
              <a:pPr algn="l">
                <a:lnSpc>
                  <a:spcPct val="110000"/>
                </a:lnSpc>
                <a:spcBef>
                  <a:spcPts val="1800"/>
                </a:spcBef>
              </a:pPr>
              <a:endParaRPr lang="en-US" sz="2100">
                <a:solidFill>
                  <a:schemeClr val="accent1"/>
                </a:solidFill>
                <a:latin typeface="Spectrum Sans" panose="020B0502020503020304" pitchFamily="34" charset="0"/>
                <a:cs typeface="Spectrum Sans" panose="020B0502020503020304" pitchFamily="34" charset="0"/>
              </a:endParaRPr>
            </a:p>
          </p:txBody>
        </p:sp>
      </p:grpSp>
      <p:pic>
        <p:nvPicPr>
          <p:cNvPr id="6" name="Graphic 5">
            <a:extLst>
              <a:ext uri="{FF2B5EF4-FFF2-40B4-BE49-F238E27FC236}">
                <a16:creationId xmlns:a16="http://schemas.microsoft.com/office/drawing/2014/main" id="{3453A221-FD18-DDF4-623D-5E9A462F52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1403" y="599468"/>
            <a:ext cx="3025272" cy="472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842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umn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2811C1-03E1-A069-E1FE-7278B543C8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1 Column Simple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C27D076D-B990-813A-1860-1DF8C0D2BF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6030" y="506894"/>
            <a:ext cx="9768341" cy="32702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1200" cap="none" baseline="0" dirty="0">
                <a:solidFill>
                  <a:schemeClr val="accent2">
                    <a:alpha val="85000"/>
                  </a:schemeClr>
                </a:solidFill>
              </a:defRPr>
            </a:lvl1pPr>
          </a:lstStyle>
          <a:p>
            <a:pPr lvl="0"/>
            <a:r>
              <a:rPr lang="en-US"/>
              <a:t>Subtitle Goes Here If You Need It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E76759F-9CBF-2D7F-FDCD-6FA5351B34E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6030" y="1033580"/>
            <a:ext cx="8896350" cy="473222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B440F9D-1EA8-86CF-7557-715DB199D52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1BA354B-D5EB-2E46-9A6D-B5FB9F9DF7E9}" type="datetime1">
              <a:rPr lang="en-US" smtClean="0"/>
              <a:t>1/23/2026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43CF26-A9C9-E209-F631-4BF3ACE3CCBE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2"/>
              </a:gs>
              <a:gs pos="85000">
                <a:schemeClr val="accent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BFD3E85-B494-5273-3520-74C3F5294B2E}"/>
              </a:ext>
            </a:extLst>
          </p:cNvPr>
          <p:cNvGrpSpPr/>
          <p:nvPr userDrawn="1"/>
        </p:nvGrpSpPr>
        <p:grpSpPr>
          <a:xfrm>
            <a:off x="10848928" y="6528310"/>
            <a:ext cx="1079469" cy="225489"/>
            <a:chOff x="10615642" y="6334107"/>
            <a:chExt cx="1079469" cy="225489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160FC2AE-1176-7C52-3B9F-482D70B361D1}"/>
                </a:ext>
              </a:extLst>
            </p:cNvPr>
            <p:cNvSpPr/>
            <p:nvPr/>
          </p:nvSpPr>
          <p:spPr>
            <a:xfrm>
              <a:off x="10615642" y="6334107"/>
              <a:ext cx="138494" cy="179049"/>
            </a:xfrm>
            <a:custGeom>
              <a:avLst/>
              <a:gdLst>
                <a:gd name="connsiteX0" fmla="*/ 19790 w 138494"/>
                <a:gd name="connsiteY0" fmla="*/ 164694 h 179049"/>
                <a:gd name="connsiteX1" fmla="*/ 70241 w 138494"/>
                <a:gd name="connsiteY1" fmla="*/ 179050 h 179049"/>
                <a:gd name="connsiteX2" fmla="*/ 120691 w 138494"/>
                <a:gd name="connsiteY2" fmla="*/ 165219 h 179049"/>
                <a:gd name="connsiteX3" fmla="*/ 138495 w 138494"/>
                <a:gd name="connsiteY3" fmla="*/ 123652 h 179049"/>
                <a:gd name="connsiteX4" fmla="*/ 133060 w 138494"/>
                <a:gd name="connsiteY4" fmla="*/ 100901 h 179049"/>
                <a:gd name="connsiteX5" fmla="*/ 116418 w 138494"/>
                <a:gd name="connsiteY5" fmla="*/ 85008 h 179049"/>
                <a:gd name="connsiteX6" fmla="*/ 103449 w 138494"/>
                <a:gd name="connsiteY6" fmla="*/ 80023 h 179049"/>
                <a:gd name="connsiteX7" fmla="*/ 64168 w 138494"/>
                <a:gd name="connsiteY7" fmla="*/ 69116 h 179049"/>
                <a:gd name="connsiteX8" fmla="*/ 36620 w 138494"/>
                <a:gd name="connsiteY8" fmla="*/ 49476 h 179049"/>
                <a:gd name="connsiteX9" fmla="*/ 65330 w 138494"/>
                <a:gd name="connsiteY9" fmla="*/ 28711 h 179049"/>
                <a:gd name="connsiteX10" fmla="*/ 89581 w 138494"/>
                <a:gd name="connsiteY10" fmla="*/ 35158 h 179049"/>
                <a:gd name="connsiteX11" fmla="*/ 99026 w 138494"/>
                <a:gd name="connsiteY11" fmla="*/ 53974 h 179049"/>
                <a:gd name="connsiteX12" fmla="*/ 132610 w 138494"/>
                <a:gd name="connsiteY12" fmla="*/ 53974 h 179049"/>
                <a:gd name="connsiteX13" fmla="*/ 114806 w 138494"/>
                <a:gd name="connsiteY13" fmla="*/ 13868 h 179049"/>
                <a:gd name="connsiteX14" fmla="*/ 68291 w 138494"/>
                <a:gd name="connsiteY14" fmla="*/ 0 h 179049"/>
                <a:gd name="connsiteX15" fmla="*/ 19303 w 138494"/>
                <a:gd name="connsiteY15" fmla="*/ 13343 h 179049"/>
                <a:gd name="connsiteX16" fmla="*/ 2474 w 138494"/>
                <a:gd name="connsiteY16" fmla="*/ 51425 h 179049"/>
                <a:gd name="connsiteX17" fmla="*/ 21290 w 138494"/>
                <a:gd name="connsiteY17" fmla="*/ 90031 h 179049"/>
                <a:gd name="connsiteX18" fmla="*/ 54948 w 138494"/>
                <a:gd name="connsiteY18" fmla="*/ 101425 h 179049"/>
                <a:gd name="connsiteX19" fmla="*/ 68329 w 138494"/>
                <a:gd name="connsiteY19" fmla="*/ 104349 h 179049"/>
                <a:gd name="connsiteX20" fmla="*/ 104424 w 138494"/>
                <a:gd name="connsiteY20" fmla="*/ 128637 h 179049"/>
                <a:gd name="connsiteX21" fmla="*/ 96515 w 138494"/>
                <a:gd name="connsiteY21" fmla="*/ 144492 h 179049"/>
                <a:gd name="connsiteX22" fmla="*/ 73277 w 138494"/>
                <a:gd name="connsiteY22" fmla="*/ 149927 h 179049"/>
                <a:gd name="connsiteX23" fmla="*/ 46065 w 138494"/>
                <a:gd name="connsiteY23" fmla="*/ 142993 h 179049"/>
                <a:gd name="connsiteX24" fmla="*/ 34670 w 138494"/>
                <a:gd name="connsiteY24" fmla="*/ 122190 h 179049"/>
                <a:gd name="connsiteX25" fmla="*/ 0 w 138494"/>
                <a:gd name="connsiteY25" fmla="*/ 122190 h 179049"/>
                <a:gd name="connsiteX26" fmla="*/ 19790 w 138494"/>
                <a:gd name="connsiteY26" fmla="*/ 164732 h 179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38494" h="179049">
                  <a:moveTo>
                    <a:pt x="19790" y="164694"/>
                  </a:moveTo>
                  <a:cubicBezTo>
                    <a:pt x="30997" y="174252"/>
                    <a:pt x="47827" y="179050"/>
                    <a:pt x="70241" y="179050"/>
                  </a:cubicBezTo>
                  <a:cubicBezTo>
                    <a:pt x="92655" y="179050"/>
                    <a:pt x="108847" y="174440"/>
                    <a:pt x="120691" y="165219"/>
                  </a:cubicBezTo>
                  <a:cubicBezTo>
                    <a:pt x="132572" y="155324"/>
                    <a:pt x="138495" y="141456"/>
                    <a:pt x="138495" y="123652"/>
                  </a:cubicBezTo>
                  <a:cubicBezTo>
                    <a:pt x="138495" y="115406"/>
                    <a:pt x="136883" y="107797"/>
                    <a:pt x="133060" y="100901"/>
                  </a:cubicBezTo>
                  <a:cubicBezTo>
                    <a:pt x="129536" y="94566"/>
                    <a:pt x="123614" y="88607"/>
                    <a:pt x="116418" y="85008"/>
                  </a:cubicBezTo>
                  <a:cubicBezTo>
                    <a:pt x="111845" y="82722"/>
                    <a:pt x="109071" y="81748"/>
                    <a:pt x="103449" y="80023"/>
                  </a:cubicBezTo>
                  <a:cubicBezTo>
                    <a:pt x="97377" y="78187"/>
                    <a:pt x="67205" y="69941"/>
                    <a:pt x="64168" y="69116"/>
                  </a:cubicBezTo>
                  <a:cubicBezTo>
                    <a:pt x="47339" y="65031"/>
                    <a:pt x="36694" y="59408"/>
                    <a:pt x="36620" y="49476"/>
                  </a:cubicBezTo>
                  <a:cubicBezTo>
                    <a:pt x="37482" y="30248"/>
                    <a:pt x="55435" y="28711"/>
                    <a:pt x="65330" y="28711"/>
                  </a:cubicBezTo>
                  <a:cubicBezTo>
                    <a:pt x="75226" y="28711"/>
                    <a:pt x="83659" y="30847"/>
                    <a:pt x="89581" y="35158"/>
                  </a:cubicBezTo>
                  <a:cubicBezTo>
                    <a:pt x="100226" y="43441"/>
                    <a:pt x="99026" y="53974"/>
                    <a:pt x="99026" y="53974"/>
                  </a:cubicBezTo>
                  <a:lnTo>
                    <a:pt x="132610" y="53974"/>
                  </a:lnTo>
                  <a:cubicBezTo>
                    <a:pt x="131935" y="37482"/>
                    <a:pt x="126013" y="24101"/>
                    <a:pt x="114806" y="13868"/>
                  </a:cubicBezTo>
                  <a:cubicBezTo>
                    <a:pt x="103936" y="4648"/>
                    <a:pt x="88419" y="0"/>
                    <a:pt x="68291" y="0"/>
                  </a:cubicBezTo>
                  <a:cubicBezTo>
                    <a:pt x="46852" y="0"/>
                    <a:pt x="30510" y="4460"/>
                    <a:pt x="19303" y="13343"/>
                  </a:cubicBezTo>
                  <a:cubicBezTo>
                    <a:pt x="8059" y="22564"/>
                    <a:pt x="2474" y="35270"/>
                    <a:pt x="2474" y="51425"/>
                  </a:cubicBezTo>
                  <a:cubicBezTo>
                    <a:pt x="2511" y="72190"/>
                    <a:pt x="12369" y="84409"/>
                    <a:pt x="21290" y="90031"/>
                  </a:cubicBezTo>
                  <a:cubicBezTo>
                    <a:pt x="26724" y="93292"/>
                    <a:pt x="39018" y="98239"/>
                    <a:pt x="54948" y="101425"/>
                  </a:cubicBezTo>
                  <a:lnTo>
                    <a:pt x="68329" y="104349"/>
                  </a:lnTo>
                  <a:cubicBezTo>
                    <a:pt x="91530" y="110009"/>
                    <a:pt x="104836" y="117168"/>
                    <a:pt x="104424" y="128637"/>
                  </a:cubicBezTo>
                  <a:cubicBezTo>
                    <a:pt x="104161" y="135571"/>
                    <a:pt x="101800" y="140856"/>
                    <a:pt x="96515" y="144492"/>
                  </a:cubicBezTo>
                  <a:cubicBezTo>
                    <a:pt x="91680" y="147790"/>
                    <a:pt x="83472" y="149927"/>
                    <a:pt x="73277" y="149927"/>
                  </a:cubicBezTo>
                  <a:cubicBezTo>
                    <a:pt x="61732" y="149927"/>
                    <a:pt x="52662" y="147603"/>
                    <a:pt x="46065" y="142993"/>
                  </a:cubicBezTo>
                  <a:cubicBezTo>
                    <a:pt x="39805" y="139020"/>
                    <a:pt x="36020" y="132123"/>
                    <a:pt x="34670" y="122190"/>
                  </a:cubicBezTo>
                  <a:lnTo>
                    <a:pt x="0" y="122190"/>
                  </a:lnTo>
                  <a:cubicBezTo>
                    <a:pt x="975" y="141006"/>
                    <a:pt x="7571" y="155174"/>
                    <a:pt x="19790" y="164732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FFF79995-0178-329B-C09B-9374632680DE}"/>
                </a:ext>
              </a:extLst>
            </p:cNvPr>
            <p:cNvSpPr/>
            <p:nvPr/>
          </p:nvSpPr>
          <p:spPr>
            <a:xfrm>
              <a:off x="10761257" y="6374812"/>
              <a:ext cx="124813" cy="184784"/>
            </a:xfrm>
            <a:custGeom>
              <a:avLst/>
              <a:gdLst>
                <a:gd name="connsiteX0" fmla="*/ 90481 w 124813"/>
                <a:gd name="connsiteY0" fmla="*/ 70428 h 184784"/>
                <a:gd name="connsiteX1" fmla="*/ 61657 w 124813"/>
                <a:gd name="connsiteY1" fmla="*/ 30173 h 184784"/>
                <a:gd name="connsiteX2" fmla="*/ 33808 w 124813"/>
                <a:gd name="connsiteY2" fmla="*/ 70428 h 184784"/>
                <a:gd name="connsiteX3" fmla="*/ 62632 w 124813"/>
                <a:gd name="connsiteY3" fmla="*/ 109222 h 184784"/>
                <a:gd name="connsiteX4" fmla="*/ 90481 w 124813"/>
                <a:gd name="connsiteY4" fmla="*/ 70428 h 184784"/>
                <a:gd name="connsiteX5" fmla="*/ 33808 w 124813"/>
                <a:gd name="connsiteY5" fmla="*/ 167880 h 184784"/>
                <a:gd name="connsiteX6" fmla="*/ 16904 w 124813"/>
                <a:gd name="connsiteY6" fmla="*/ 184785 h 184784"/>
                <a:gd name="connsiteX7" fmla="*/ 0 w 124813"/>
                <a:gd name="connsiteY7" fmla="*/ 184785 h 184784"/>
                <a:gd name="connsiteX8" fmla="*/ 0 w 124813"/>
                <a:gd name="connsiteY8" fmla="*/ 60983 h 184784"/>
                <a:gd name="connsiteX9" fmla="*/ 63981 w 124813"/>
                <a:gd name="connsiteY9" fmla="*/ 0 h 184784"/>
                <a:gd name="connsiteX10" fmla="*/ 110608 w 124813"/>
                <a:gd name="connsiteY10" fmla="*/ 19715 h 184784"/>
                <a:gd name="connsiteX11" fmla="*/ 124814 w 124813"/>
                <a:gd name="connsiteY11" fmla="*/ 68929 h 184784"/>
                <a:gd name="connsiteX12" fmla="*/ 109896 w 124813"/>
                <a:gd name="connsiteY12" fmla="*/ 119641 h 184784"/>
                <a:gd name="connsiteX13" fmla="*/ 71590 w 124813"/>
                <a:gd name="connsiteY13" fmla="*/ 138532 h 184784"/>
                <a:gd name="connsiteX14" fmla="*/ 33771 w 124813"/>
                <a:gd name="connsiteY14" fmla="*/ 126988 h 184784"/>
                <a:gd name="connsiteX15" fmla="*/ 33771 w 124813"/>
                <a:gd name="connsiteY15" fmla="*/ 167880 h 1847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4813" h="184784">
                  <a:moveTo>
                    <a:pt x="90481" y="70428"/>
                  </a:moveTo>
                  <a:cubicBezTo>
                    <a:pt x="90481" y="57497"/>
                    <a:pt x="88119" y="30173"/>
                    <a:pt x="61657" y="30173"/>
                  </a:cubicBezTo>
                  <a:cubicBezTo>
                    <a:pt x="35195" y="30173"/>
                    <a:pt x="33808" y="56860"/>
                    <a:pt x="33808" y="70428"/>
                  </a:cubicBezTo>
                  <a:cubicBezTo>
                    <a:pt x="33808" y="104836"/>
                    <a:pt x="53374" y="109222"/>
                    <a:pt x="62632" y="109222"/>
                  </a:cubicBezTo>
                  <a:cubicBezTo>
                    <a:pt x="86657" y="109222"/>
                    <a:pt x="90481" y="83734"/>
                    <a:pt x="90481" y="70428"/>
                  </a:cubicBezTo>
                  <a:moveTo>
                    <a:pt x="33808" y="167880"/>
                  </a:moveTo>
                  <a:cubicBezTo>
                    <a:pt x="33808" y="176726"/>
                    <a:pt x="26912" y="184785"/>
                    <a:pt x="16904" y="184785"/>
                  </a:cubicBezTo>
                  <a:lnTo>
                    <a:pt x="0" y="184785"/>
                  </a:lnTo>
                  <a:lnTo>
                    <a:pt x="0" y="60983"/>
                  </a:lnTo>
                  <a:cubicBezTo>
                    <a:pt x="1949" y="28036"/>
                    <a:pt x="13943" y="1799"/>
                    <a:pt x="63981" y="0"/>
                  </a:cubicBezTo>
                  <a:cubicBezTo>
                    <a:pt x="85608" y="262"/>
                    <a:pt x="101313" y="8883"/>
                    <a:pt x="110608" y="19715"/>
                  </a:cubicBezTo>
                  <a:cubicBezTo>
                    <a:pt x="120541" y="32647"/>
                    <a:pt x="124814" y="48726"/>
                    <a:pt x="124814" y="68929"/>
                  </a:cubicBezTo>
                  <a:cubicBezTo>
                    <a:pt x="124814" y="89131"/>
                    <a:pt x="119829" y="106710"/>
                    <a:pt x="109896" y="119641"/>
                  </a:cubicBezTo>
                  <a:cubicBezTo>
                    <a:pt x="99963" y="132235"/>
                    <a:pt x="87182" y="138532"/>
                    <a:pt x="71590" y="138532"/>
                  </a:cubicBezTo>
                  <a:cubicBezTo>
                    <a:pt x="48201" y="138532"/>
                    <a:pt x="36882" y="128787"/>
                    <a:pt x="33771" y="126988"/>
                  </a:cubicBezTo>
                  <a:cubicBezTo>
                    <a:pt x="33771" y="128112"/>
                    <a:pt x="33771" y="167880"/>
                    <a:pt x="33771" y="167880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AC5A0D74-D1E3-4D96-FB08-262604C2895D}"/>
                </a:ext>
              </a:extLst>
            </p:cNvPr>
            <p:cNvSpPr/>
            <p:nvPr/>
          </p:nvSpPr>
          <p:spPr>
            <a:xfrm>
              <a:off x="10893867" y="6375337"/>
              <a:ext cx="121215" cy="137032"/>
            </a:xfrm>
            <a:custGeom>
              <a:avLst/>
              <a:gdLst>
                <a:gd name="connsiteX0" fmla="*/ 61882 w 121215"/>
                <a:gd name="connsiteY0" fmla="*/ 108322 h 137032"/>
                <a:gd name="connsiteX1" fmla="*/ 35495 w 121215"/>
                <a:gd name="connsiteY1" fmla="*/ 77662 h 137032"/>
                <a:gd name="connsiteX2" fmla="*/ 121215 w 121215"/>
                <a:gd name="connsiteY2" fmla="*/ 77662 h 137032"/>
                <a:gd name="connsiteX3" fmla="*/ 121215 w 121215"/>
                <a:gd name="connsiteY3" fmla="*/ 67392 h 137032"/>
                <a:gd name="connsiteX4" fmla="*/ 105398 w 121215"/>
                <a:gd name="connsiteY4" fmla="*/ 17804 h 137032"/>
                <a:gd name="connsiteX5" fmla="*/ 59371 w 121215"/>
                <a:gd name="connsiteY5" fmla="*/ 0 h 137032"/>
                <a:gd name="connsiteX6" fmla="*/ 15330 w 121215"/>
                <a:gd name="connsiteY6" fmla="*/ 18291 h 137032"/>
                <a:gd name="connsiteX7" fmla="*/ 0 w 121215"/>
                <a:gd name="connsiteY7" fmla="*/ 67767 h 137032"/>
                <a:gd name="connsiteX8" fmla="*/ 15817 w 121215"/>
                <a:gd name="connsiteY8" fmla="*/ 118742 h 137032"/>
                <a:gd name="connsiteX9" fmla="*/ 59858 w 121215"/>
                <a:gd name="connsiteY9" fmla="*/ 137033 h 137032"/>
                <a:gd name="connsiteX10" fmla="*/ 98464 w 121215"/>
                <a:gd name="connsiteY10" fmla="*/ 125639 h 137032"/>
                <a:gd name="connsiteX11" fmla="*/ 119304 w 121215"/>
                <a:gd name="connsiteY11" fmla="*/ 93929 h 137032"/>
                <a:gd name="connsiteX12" fmla="*/ 89506 w 121215"/>
                <a:gd name="connsiteY12" fmla="*/ 93929 h 137032"/>
                <a:gd name="connsiteX13" fmla="*/ 61882 w 121215"/>
                <a:gd name="connsiteY13" fmla="*/ 108322 h 137032"/>
                <a:gd name="connsiteX14" fmla="*/ 60420 w 121215"/>
                <a:gd name="connsiteY14" fmla="*/ 28636 h 137032"/>
                <a:gd name="connsiteX15" fmla="*/ 85645 w 121215"/>
                <a:gd name="connsiteY15" fmla="*/ 55360 h 137032"/>
                <a:gd name="connsiteX16" fmla="*/ 35195 w 121215"/>
                <a:gd name="connsiteY16" fmla="*/ 55360 h 137032"/>
                <a:gd name="connsiteX17" fmla="*/ 60420 w 121215"/>
                <a:gd name="connsiteY17" fmla="*/ 28636 h 137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1215" h="137032">
                  <a:moveTo>
                    <a:pt x="61882" y="108322"/>
                  </a:moveTo>
                  <a:cubicBezTo>
                    <a:pt x="53299" y="107872"/>
                    <a:pt x="36994" y="106223"/>
                    <a:pt x="35495" y="77662"/>
                  </a:cubicBezTo>
                  <a:lnTo>
                    <a:pt x="121215" y="77662"/>
                  </a:lnTo>
                  <a:cubicBezTo>
                    <a:pt x="121215" y="76800"/>
                    <a:pt x="121215" y="67392"/>
                    <a:pt x="121215" y="67392"/>
                  </a:cubicBezTo>
                  <a:cubicBezTo>
                    <a:pt x="120616" y="45878"/>
                    <a:pt x="115481" y="29835"/>
                    <a:pt x="105398" y="17804"/>
                  </a:cubicBezTo>
                  <a:cubicBezTo>
                    <a:pt x="94529" y="5922"/>
                    <a:pt x="79161" y="0"/>
                    <a:pt x="59371" y="0"/>
                  </a:cubicBezTo>
                  <a:cubicBezTo>
                    <a:pt x="39581" y="0"/>
                    <a:pt x="25900" y="6110"/>
                    <a:pt x="15330" y="18291"/>
                  </a:cubicBezTo>
                  <a:cubicBezTo>
                    <a:pt x="5097" y="30173"/>
                    <a:pt x="0" y="46665"/>
                    <a:pt x="0" y="67767"/>
                  </a:cubicBezTo>
                  <a:cubicBezTo>
                    <a:pt x="0" y="88869"/>
                    <a:pt x="5285" y="106860"/>
                    <a:pt x="15817" y="118742"/>
                  </a:cubicBezTo>
                  <a:cubicBezTo>
                    <a:pt x="26350" y="130961"/>
                    <a:pt x="41042" y="137033"/>
                    <a:pt x="59858" y="137033"/>
                  </a:cubicBezTo>
                  <a:cubicBezTo>
                    <a:pt x="75375" y="137033"/>
                    <a:pt x="88232" y="133247"/>
                    <a:pt x="98464" y="125639"/>
                  </a:cubicBezTo>
                  <a:cubicBezTo>
                    <a:pt x="108697" y="118367"/>
                    <a:pt x="115668" y="107797"/>
                    <a:pt x="119304" y="93929"/>
                  </a:cubicBezTo>
                  <a:lnTo>
                    <a:pt x="89506" y="93929"/>
                  </a:lnTo>
                  <a:cubicBezTo>
                    <a:pt x="85121" y="106373"/>
                    <a:pt x="73914" y="108922"/>
                    <a:pt x="61882" y="108322"/>
                  </a:cubicBezTo>
                  <a:moveTo>
                    <a:pt x="60420" y="28636"/>
                  </a:moveTo>
                  <a:cubicBezTo>
                    <a:pt x="81672" y="28336"/>
                    <a:pt x="84971" y="46440"/>
                    <a:pt x="85645" y="55360"/>
                  </a:cubicBezTo>
                  <a:lnTo>
                    <a:pt x="35195" y="55360"/>
                  </a:lnTo>
                  <a:cubicBezTo>
                    <a:pt x="35195" y="55360"/>
                    <a:pt x="34783" y="29123"/>
                    <a:pt x="60420" y="28636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993D6A74-B4B7-6336-4F94-BB27DA5F83F0}"/>
                </a:ext>
              </a:extLst>
            </p:cNvPr>
            <p:cNvSpPr/>
            <p:nvPr/>
          </p:nvSpPr>
          <p:spPr>
            <a:xfrm>
              <a:off x="11023029" y="6375290"/>
              <a:ext cx="119153" cy="137042"/>
            </a:xfrm>
            <a:custGeom>
              <a:avLst/>
              <a:gdLst>
                <a:gd name="connsiteX0" fmla="*/ 86620 w 119153"/>
                <a:gd name="connsiteY0" fmla="*/ 94014 h 137042"/>
                <a:gd name="connsiteX1" fmla="*/ 119154 w 119153"/>
                <a:gd name="connsiteY1" fmla="*/ 94014 h 137042"/>
                <a:gd name="connsiteX2" fmla="*/ 61207 w 119153"/>
                <a:gd name="connsiteY2" fmla="*/ 137043 h 137042"/>
                <a:gd name="connsiteX3" fmla="*/ 0 w 119153"/>
                <a:gd name="connsiteY3" fmla="*/ 71712 h 137042"/>
                <a:gd name="connsiteX4" fmla="*/ 59296 w 119153"/>
                <a:gd name="connsiteY4" fmla="*/ 10 h 137042"/>
                <a:gd name="connsiteX5" fmla="*/ 118179 w 119153"/>
                <a:gd name="connsiteY5" fmla="*/ 43038 h 137042"/>
                <a:gd name="connsiteX6" fmla="*/ 83546 w 119153"/>
                <a:gd name="connsiteY6" fmla="*/ 43038 h 137042"/>
                <a:gd name="connsiteX7" fmla="*/ 59558 w 119153"/>
                <a:gd name="connsiteY7" fmla="*/ 28683 h 137042"/>
                <a:gd name="connsiteX8" fmla="*/ 33546 w 119153"/>
                <a:gd name="connsiteY8" fmla="*/ 66914 h 137042"/>
                <a:gd name="connsiteX9" fmla="*/ 61020 w 119153"/>
                <a:gd name="connsiteY9" fmla="*/ 108332 h 137042"/>
                <a:gd name="connsiteX10" fmla="*/ 86620 w 119153"/>
                <a:gd name="connsiteY10" fmla="*/ 93976 h 137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9153" h="137042">
                  <a:moveTo>
                    <a:pt x="86620" y="94014"/>
                  </a:moveTo>
                  <a:lnTo>
                    <a:pt x="119154" y="94014"/>
                  </a:lnTo>
                  <a:cubicBezTo>
                    <a:pt x="119154" y="94014"/>
                    <a:pt x="110308" y="137043"/>
                    <a:pt x="61207" y="137043"/>
                  </a:cubicBezTo>
                  <a:cubicBezTo>
                    <a:pt x="12107" y="137043"/>
                    <a:pt x="0" y="97612"/>
                    <a:pt x="0" y="71712"/>
                  </a:cubicBezTo>
                  <a:cubicBezTo>
                    <a:pt x="0" y="45812"/>
                    <a:pt x="4610" y="1546"/>
                    <a:pt x="59296" y="10"/>
                  </a:cubicBezTo>
                  <a:cubicBezTo>
                    <a:pt x="109859" y="-740"/>
                    <a:pt x="118179" y="43038"/>
                    <a:pt x="118179" y="43038"/>
                  </a:cubicBezTo>
                  <a:lnTo>
                    <a:pt x="83546" y="43038"/>
                  </a:lnTo>
                  <a:cubicBezTo>
                    <a:pt x="83546" y="43038"/>
                    <a:pt x="80173" y="28233"/>
                    <a:pt x="59558" y="28683"/>
                  </a:cubicBezTo>
                  <a:cubicBezTo>
                    <a:pt x="38943" y="29133"/>
                    <a:pt x="33546" y="48511"/>
                    <a:pt x="33546" y="66914"/>
                  </a:cubicBezTo>
                  <a:cubicBezTo>
                    <a:pt x="33546" y="85318"/>
                    <a:pt x="38119" y="108332"/>
                    <a:pt x="61020" y="108332"/>
                  </a:cubicBezTo>
                  <a:cubicBezTo>
                    <a:pt x="82797" y="109006"/>
                    <a:pt x="84708" y="97237"/>
                    <a:pt x="86620" y="93976"/>
                  </a:cubicBezTo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ADDE8793-EB19-0248-433C-9F9D01508D1B}"/>
                </a:ext>
              </a:extLst>
            </p:cNvPr>
            <p:cNvSpPr/>
            <p:nvPr/>
          </p:nvSpPr>
          <p:spPr>
            <a:xfrm>
              <a:off x="11150017" y="6339654"/>
              <a:ext cx="54460" cy="169716"/>
            </a:xfrm>
            <a:custGeom>
              <a:avLst/>
              <a:gdLst>
                <a:gd name="connsiteX0" fmla="*/ 34108 w 54460"/>
                <a:gd name="connsiteY0" fmla="*/ 73764 h 169716"/>
                <a:gd name="connsiteX1" fmla="*/ 54461 w 54460"/>
                <a:gd name="connsiteY1" fmla="*/ 73764 h 169716"/>
                <a:gd name="connsiteX2" fmla="*/ 54461 w 54460"/>
                <a:gd name="connsiteY2" fmla="*/ 39093 h 169716"/>
                <a:gd name="connsiteX3" fmla="*/ 34146 w 54460"/>
                <a:gd name="connsiteY3" fmla="*/ 39093 h 169716"/>
                <a:gd name="connsiteX4" fmla="*/ 34146 w 54460"/>
                <a:gd name="connsiteY4" fmla="*/ 16829 h 169716"/>
                <a:gd name="connsiteX5" fmla="*/ 17804 w 54460"/>
                <a:gd name="connsiteY5" fmla="*/ 0 h 169716"/>
                <a:gd name="connsiteX6" fmla="*/ 0 w 54460"/>
                <a:gd name="connsiteY6" fmla="*/ 0 h 169716"/>
                <a:gd name="connsiteX7" fmla="*/ 0 w 54460"/>
                <a:gd name="connsiteY7" fmla="*/ 145466 h 169716"/>
                <a:gd name="connsiteX8" fmla="*/ 18628 w 54460"/>
                <a:gd name="connsiteY8" fmla="*/ 169717 h 169716"/>
                <a:gd name="connsiteX9" fmla="*/ 34108 w 54460"/>
                <a:gd name="connsiteY9" fmla="*/ 169717 h 169716"/>
                <a:gd name="connsiteX10" fmla="*/ 34108 w 54460"/>
                <a:gd name="connsiteY10" fmla="*/ 73764 h 169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460" h="169716">
                  <a:moveTo>
                    <a:pt x="34108" y="73764"/>
                  </a:moveTo>
                  <a:lnTo>
                    <a:pt x="54461" y="73764"/>
                  </a:lnTo>
                  <a:lnTo>
                    <a:pt x="54461" y="39093"/>
                  </a:lnTo>
                  <a:lnTo>
                    <a:pt x="34146" y="39093"/>
                  </a:lnTo>
                  <a:lnTo>
                    <a:pt x="34146" y="16829"/>
                  </a:lnTo>
                  <a:cubicBezTo>
                    <a:pt x="34146" y="10720"/>
                    <a:pt x="30735" y="0"/>
                    <a:pt x="17804" y="0"/>
                  </a:cubicBezTo>
                  <a:lnTo>
                    <a:pt x="0" y="0"/>
                  </a:lnTo>
                  <a:lnTo>
                    <a:pt x="0" y="145466"/>
                  </a:lnTo>
                  <a:cubicBezTo>
                    <a:pt x="0" y="160646"/>
                    <a:pt x="5885" y="169717"/>
                    <a:pt x="18628" y="169717"/>
                  </a:cubicBezTo>
                  <a:cubicBezTo>
                    <a:pt x="18778" y="169717"/>
                    <a:pt x="33583" y="169717"/>
                    <a:pt x="34108" y="169717"/>
                  </a:cubicBezTo>
                  <a:lnTo>
                    <a:pt x="34108" y="73764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1909BF27-F2FB-FF58-1DD9-69C4AAD5BE42}"/>
                </a:ext>
              </a:extLst>
            </p:cNvPr>
            <p:cNvSpPr/>
            <p:nvPr/>
          </p:nvSpPr>
          <p:spPr>
            <a:xfrm>
              <a:off x="11206127" y="6378020"/>
              <a:ext cx="74213" cy="131651"/>
            </a:xfrm>
            <a:custGeom>
              <a:avLst/>
              <a:gdLst>
                <a:gd name="connsiteX0" fmla="*/ 34596 w 74213"/>
                <a:gd name="connsiteY0" fmla="*/ 131614 h 131651"/>
                <a:gd name="connsiteX1" fmla="*/ 34596 w 74213"/>
                <a:gd name="connsiteY1" fmla="*/ 63847 h 131651"/>
                <a:gd name="connsiteX2" fmla="*/ 41530 w 74213"/>
                <a:gd name="connsiteY2" fmla="*/ 42070 h 131651"/>
                <a:gd name="connsiteX3" fmla="*/ 62819 w 74213"/>
                <a:gd name="connsiteY3" fmla="*/ 35136 h 131651"/>
                <a:gd name="connsiteX4" fmla="*/ 74214 w 74213"/>
                <a:gd name="connsiteY4" fmla="*/ 35136 h 131651"/>
                <a:gd name="connsiteX5" fmla="*/ 74214 w 74213"/>
                <a:gd name="connsiteY5" fmla="*/ 16 h 131651"/>
                <a:gd name="connsiteX6" fmla="*/ 43291 w 74213"/>
                <a:gd name="connsiteY6" fmla="*/ 3501 h 131651"/>
                <a:gd name="connsiteX7" fmla="*/ 21290 w 74213"/>
                <a:gd name="connsiteY7" fmla="*/ 14371 h 131651"/>
                <a:gd name="connsiteX8" fmla="*/ 5697 w 74213"/>
                <a:gd name="connsiteY8" fmla="*/ 35398 h 131651"/>
                <a:gd name="connsiteX9" fmla="*/ 0 w 74213"/>
                <a:gd name="connsiteY9" fmla="*/ 67820 h 131651"/>
                <a:gd name="connsiteX10" fmla="*/ 0 w 74213"/>
                <a:gd name="connsiteY10" fmla="*/ 131651 h 131651"/>
                <a:gd name="connsiteX11" fmla="*/ 34633 w 74213"/>
                <a:gd name="connsiteY11" fmla="*/ 131651 h 131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4213" h="131651">
                  <a:moveTo>
                    <a:pt x="34596" y="131614"/>
                  </a:moveTo>
                  <a:lnTo>
                    <a:pt x="34596" y="63847"/>
                  </a:lnTo>
                  <a:cubicBezTo>
                    <a:pt x="34596" y="53952"/>
                    <a:pt x="36882" y="46718"/>
                    <a:pt x="41530" y="42070"/>
                  </a:cubicBezTo>
                  <a:cubicBezTo>
                    <a:pt x="46140" y="37460"/>
                    <a:pt x="53224" y="35136"/>
                    <a:pt x="62819" y="35136"/>
                  </a:cubicBezTo>
                  <a:lnTo>
                    <a:pt x="74214" y="35136"/>
                  </a:lnTo>
                  <a:lnTo>
                    <a:pt x="74214" y="16"/>
                  </a:lnTo>
                  <a:cubicBezTo>
                    <a:pt x="74214" y="16"/>
                    <a:pt x="56297" y="-434"/>
                    <a:pt x="43291" y="3501"/>
                  </a:cubicBezTo>
                  <a:cubicBezTo>
                    <a:pt x="34933" y="6013"/>
                    <a:pt x="27549" y="9423"/>
                    <a:pt x="21290" y="14371"/>
                  </a:cubicBezTo>
                  <a:cubicBezTo>
                    <a:pt x="14693" y="19656"/>
                    <a:pt x="9483" y="26665"/>
                    <a:pt x="5697" y="35398"/>
                  </a:cubicBezTo>
                  <a:cubicBezTo>
                    <a:pt x="1912" y="44131"/>
                    <a:pt x="0" y="54926"/>
                    <a:pt x="0" y="67820"/>
                  </a:cubicBezTo>
                  <a:lnTo>
                    <a:pt x="0" y="131651"/>
                  </a:lnTo>
                  <a:lnTo>
                    <a:pt x="34633" y="131651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47CFEFD7-E086-E087-FC9B-CCCE535FDC20}"/>
                </a:ext>
              </a:extLst>
            </p:cNvPr>
            <p:cNvSpPr/>
            <p:nvPr/>
          </p:nvSpPr>
          <p:spPr>
            <a:xfrm>
              <a:off x="11290085" y="6378223"/>
              <a:ext cx="114779" cy="133922"/>
            </a:xfrm>
            <a:custGeom>
              <a:avLst/>
              <a:gdLst>
                <a:gd name="connsiteX0" fmla="*/ 0 w 114779"/>
                <a:gd name="connsiteY0" fmla="*/ 0 h 133922"/>
                <a:gd name="connsiteX1" fmla="*/ 34633 w 114779"/>
                <a:gd name="connsiteY1" fmla="*/ 0 h 133922"/>
                <a:gd name="connsiteX2" fmla="*/ 34633 w 114779"/>
                <a:gd name="connsiteY2" fmla="*/ 84109 h 133922"/>
                <a:gd name="connsiteX3" fmla="*/ 57384 w 114779"/>
                <a:gd name="connsiteY3" fmla="*/ 106860 h 133922"/>
                <a:gd name="connsiteX4" fmla="*/ 80623 w 114779"/>
                <a:gd name="connsiteY4" fmla="*/ 85083 h 133922"/>
                <a:gd name="connsiteX5" fmla="*/ 80623 w 114779"/>
                <a:gd name="connsiteY5" fmla="*/ 16342 h 133922"/>
                <a:gd name="connsiteX6" fmla="*/ 96815 w 114779"/>
                <a:gd name="connsiteY6" fmla="*/ 37 h 133922"/>
                <a:gd name="connsiteX7" fmla="*/ 114769 w 114779"/>
                <a:gd name="connsiteY7" fmla="*/ 37 h 133922"/>
                <a:gd name="connsiteX8" fmla="*/ 114769 w 114779"/>
                <a:gd name="connsiteY8" fmla="*/ 78149 h 133922"/>
                <a:gd name="connsiteX9" fmla="*/ 57384 w 114779"/>
                <a:gd name="connsiteY9" fmla="*/ 133922 h 133922"/>
                <a:gd name="connsiteX10" fmla="*/ 0 w 114779"/>
                <a:gd name="connsiteY10" fmla="*/ 78487 h 133922"/>
                <a:gd name="connsiteX11" fmla="*/ 0 w 114779"/>
                <a:gd name="connsiteY11" fmla="*/ 0 h 133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14779" h="133922">
                  <a:moveTo>
                    <a:pt x="0" y="0"/>
                  </a:moveTo>
                  <a:lnTo>
                    <a:pt x="34633" y="0"/>
                  </a:lnTo>
                  <a:lnTo>
                    <a:pt x="34633" y="84109"/>
                  </a:lnTo>
                  <a:cubicBezTo>
                    <a:pt x="34633" y="84109"/>
                    <a:pt x="33396" y="106860"/>
                    <a:pt x="57384" y="106860"/>
                  </a:cubicBezTo>
                  <a:cubicBezTo>
                    <a:pt x="80023" y="106860"/>
                    <a:pt x="80585" y="86508"/>
                    <a:pt x="80623" y="85083"/>
                  </a:cubicBezTo>
                  <a:lnTo>
                    <a:pt x="80623" y="16342"/>
                  </a:lnTo>
                  <a:cubicBezTo>
                    <a:pt x="80623" y="16342"/>
                    <a:pt x="81785" y="37"/>
                    <a:pt x="96815" y="37"/>
                  </a:cubicBezTo>
                  <a:lnTo>
                    <a:pt x="114769" y="37"/>
                  </a:lnTo>
                  <a:cubicBezTo>
                    <a:pt x="114769" y="37"/>
                    <a:pt x="114769" y="77400"/>
                    <a:pt x="114769" y="78149"/>
                  </a:cubicBezTo>
                  <a:cubicBezTo>
                    <a:pt x="114544" y="82422"/>
                    <a:pt x="119304" y="134147"/>
                    <a:pt x="57384" y="133922"/>
                  </a:cubicBezTo>
                  <a:cubicBezTo>
                    <a:pt x="-3973" y="133922"/>
                    <a:pt x="375" y="81598"/>
                    <a:pt x="0" y="7848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D3C7BD6E-826B-D3E4-2D65-7E35B837CF10}"/>
                </a:ext>
              </a:extLst>
            </p:cNvPr>
            <p:cNvSpPr/>
            <p:nvPr/>
          </p:nvSpPr>
          <p:spPr>
            <a:xfrm>
              <a:off x="11414562" y="6374810"/>
              <a:ext cx="198652" cy="135235"/>
            </a:xfrm>
            <a:custGeom>
              <a:avLst/>
              <a:gdLst>
                <a:gd name="connsiteX0" fmla="*/ 115368 w 198652"/>
                <a:gd name="connsiteY0" fmla="*/ 135236 h 135235"/>
                <a:gd name="connsiteX1" fmla="*/ 81073 w 198652"/>
                <a:gd name="connsiteY1" fmla="*/ 135236 h 135235"/>
                <a:gd name="connsiteX2" fmla="*/ 81073 w 198652"/>
                <a:gd name="connsiteY2" fmla="*/ 50715 h 135235"/>
                <a:gd name="connsiteX3" fmla="*/ 57684 w 198652"/>
                <a:gd name="connsiteY3" fmla="*/ 27851 h 135235"/>
                <a:gd name="connsiteX4" fmla="*/ 34820 w 198652"/>
                <a:gd name="connsiteY4" fmla="*/ 50715 h 135235"/>
                <a:gd name="connsiteX5" fmla="*/ 34820 w 198652"/>
                <a:gd name="connsiteY5" fmla="*/ 135236 h 135235"/>
                <a:gd name="connsiteX6" fmla="*/ 0 w 198652"/>
                <a:gd name="connsiteY6" fmla="*/ 135236 h 135235"/>
                <a:gd name="connsiteX7" fmla="*/ 0 w 198652"/>
                <a:gd name="connsiteY7" fmla="*/ 57686 h 135235"/>
                <a:gd name="connsiteX8" fmla="*/ 17654 w 198652"/>
                <a:gd name="connsiteY8" fmla="*/ 12446 h 135235"/>
                <a:gd name="connsiteX9" fmla="*/ 56672 w 198652"/>
                <a:gd name="connsiteY9" fmla="*/ 2 h 135235"/>
                <a:gd name="connsiteX10" fmla="*/ 79049 w 198652"/>
                <a:gd name="connsiteY10" fmla="*/ 2476 h 135235"/>
                <a:gd name="connsiteX11" fmla="*/ 98951 w 198652"/>
                <a:gd name="connsiteY11" fmla="*/ 12408 h 135235"/>
                <a:gd name="connsiteX12" fmla="*/ 116605 w 198652"/>
                <a:gd name="connsiteY12" fmla="*/ 3225 h 135235"/>
                <a:gd name="connsiteX13" fmla="*/ 137745 w 198652"/>
                <a:gd name="connsiteY13" fmla="*/ 2 h 135235"/>
                <a:gd name="connsiteX14" fmla="*/ 198652 w 198652"/>
                <a:gd name="connsiteY14" fmla="*/ 25452 h 135235"/>
                <a:gd name="connsiteX15" fmla="*/ 198652 w 198652"/>
                <a:gd name="connsiteY15" fmla="*/ 135236 h 135235"/>
                <a:gd name="connsiteX16" fmla="*/ 179012 w 198652"/>
                <a:gd name="connsiteY16" fmla="*/ 135236 h 135235"/>
                <a:gd name="connsiteX17" fmla="*/ 162108 w 198652"/>
                <a:gd name="connsiteY17" fmla="*/ 118332 h 135235"/>
                <a:gd name="connsiteX18" fmla="*/ 162108 w 198652"/>
                <a:gd name="connsiteY18" fmla="*/ 50715 h 135235"/>
                <a:gd name="connsiteX19" fmla="*/ 138719 w 198652"/>
                <a:gd name="connsiteY19" fmla="*/ 27851 h 135235"/>
                <a:gd name="connsiteX20" fmla="*/ 115368 w 198652"/>
                <a:gd name="connsiteY20" fmla="*/ 50715 h 135235"/>
                <a:gd name="connsiteX21" fmla="*/ 115368 w 198652"/>
                <a:gd name="connsiteY21" fmla="*/ 135236 h 135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8652" h="135235">
                  <a:moveTo>
                    <a:pt x="115368" y="135236"/>
                  </a:moveTo>
                  <a:lnTo>
                    <a:pt x="81073" y="135236"/>
                  </a:lnTo>
                  <a:lnTo>
                    <a:pt x="81073" y="50715"/>
                  </a:lnTo>
                  <a:cubicBezTo>
                    <a:pt x="81073" y="40969"/>
                    <a:pt x="77062" y="27851"/>
                    <a:pt x="57684" y="27851"/>
                  </a:cubicBezTo>
                  <a:cubicBezTo>
                    <a:pt x="38306" y="27851"/>
                    <a:pt x="34820" y="42769"/>
                    <a:pt x="34820" y="50715"/>
                  </a:cubicBezTo>
                  <a:lnTo>
                    <a:pt x="34820" y="135236"/>
                  </a:lnTo>
                  <a:lnTo>
                    <a:pt x="0" y="135236"/>
                  </a:lnTo>
                  <a:lnTo>
                    <a:pt x="0" y="57686"/>
                  </a:lnTo>
                  <a:cubicBezTo>
                    <a:pt x="0" y="35160"/>
                    <a:pt x="6672" y="21366"/>
                    <a:pt x="17654" y="12446"/>
                  </a:cubicBezTo>
                  <a:cubicBezTo>
                    <a:pt x="28523" y="3600"/>
                    <a:pt x="42429" y="677"/>
                    <a:pt x="56672" y="2"/>
                  </a:cubicBezTo>
                  <a:cubicBezTo>
                    <a:pt x="64281" y="2"/>
                    <a:pt x="71740" y="827"/>
                    <a:pt x="79049" y="2476"/>
                  </a:cubicBezTo>
                  <a:cubicBezTo>
                    <a:pt x="86320" y="4125"/>
                    <a:pt x="92954" y="7461"/>
                    <a:pt x="98951" y="12408"/>
                  </a:cubicBezTo>
                  <a:cubicBezTo>
                    <a:pt x="103937" y="8098"/>
                    <a:pt x="109784" y="5024"/>
                    <a:pt x="116605" y="3225"/>
                  </a:cubicBezTo>
                  <a:cubicBezTo>
                    <a:pt x="123389" y="1389"/>
                    <a:pt x="130436" y="39"/>
                    <a:pt x="137745" y="2"/>
                  </a:cubicBezTo>
                  <a:cubicBezTo>
                    <a:pt x="180212" y="-223"/>
                    <a:pt x="197228" y="19230"/>
                    <a:pt x="198652" y="25452"/>
                  </a:cubicBezTo>
                  <a:cubicBezTo>
                    <a:pt x="198652" y="25527"/>
                    <a:pt x="198652" y="135236"/>
                    <a:pt x="198652" y="135236"/>
                  </a:cubicBezTo>
                  <a:lnTo>
                    <a:pt x="179012" y="135236"/>
                  </a:lnTo>
                  <a:cubicBezTo>
                    <a:pt x="174027" y="135236"/>
                    <a:pt x="162108" y="131862"/>
                    <a:pt x="162108" y="118332"/>
                  </a:cubicBezTo>
                  <a:lnTo>
                    <a:pt x="162108" y="50715"/>
                  </a:lnTo>
                  <a:cubicBezTo>
                    <a:pt x="162183" y="41119"/>
                    <a:pt x="158847" y="27851"/>
                    <a:pt x="138719" y="27851"/>
                  </a:cubicBezTo>
                  <a:cubicBezTo>
                    <a:pt x="118592" y="27851"/>
                    <a:pt x="115368" y="42769"/>
                    <a:pt x="115368" y="50715"/>
                  </a:cubicBezTo>
                  <a:lnTo>
                    <a:pt x="115368" y="135236"/>
                  </a:lnTo>
                  <a:close/>
                </a:path>
              </a:pathLst>
            </a:custGeom>
            <a:solidFill>
              <a:srgbClr val="002043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038D219-B0AB-D0A5-35AD-8BAF9A5688C2}"/>
                </a:ext>
              </a:extLst>
            </p:cNvPr>
            <p:cNvSpPr/>
            <p:nvPr/>
          </p:nvSpPr>
          <p:spPr>
            <a:xfrm>
              <a:off x="11622847" y="6400187"/>
              <a:ext cx="72264" cy="109708"/>
            </a:xfrm>
            <a:custGeom>
              <a:avLst/>
              <a:gdLst>
                <a:gd name="connsiteX0" fmla="*/ 0 w 72264"/>
                <a:gd name="connsiteY0" fmla="*/ 0 h 109708"/>
                <a:gd name="connsiteX1" fmla="*/ 0 w 72264"/>
                <a:gd name="connsiteY1" fmla="*/ 109709 h 109708"/>
                <a:gd name="connsiteX2" fmla="*/ 72265 w 72264"/>
                <a:gd name="connsiteY2" fmla="*/ 54873 h 109708"/>
                <a:gd name="connsiteX3" fmla="*/ 0 w 72264"/>
                <a:gd name="connsiteY3" fmla="*/ 0 h 109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2264" h="109708">
                  <a:moveTo>
                    <a:pt x="0" y="0"/>
                  </a:moveTo>
                  <a:lnTo>
                    <a:pt x="0" y="109709"/>
                  </a:lnTo>
                  <a:lnTo>
                    <a:pt x="72265" y="548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271EB"/>
            </a:solidFill>
            <a:ln w="37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0" name="Footer Placeholder 29">
            <a:extLst>
              <a:ext uri="{FF2B5EF4-FFF2-40B4-BE49-F238E27FC236}">
                <a16:creationId xmlns:a16="http://schemas.microsoft.com/office/drawing/2014/main" id="{62FAC14D-9B66-E733-4CEC-6523DDBF280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6BF2C7AA-F90B-B588-3C8C-079A46D53AA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82C3BC0-3EBF-3C4C-A3D8-795624EBC6A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131244D6-4877-5863-7930-EEC47BC166EE}"/>
              </a:ext>
            </a:extLst>
          </p:cNvPr>
          <p:cNvSpPr txBox="1">
            <a:spLocks/>
          </p:cNvSpPr>
          <p:nvPr userDrawn="1"/>
        </p:nvSpPr>
        <p:spPr>
          <a:xfrm>
            <a:off x="577285" y="6621485"/>
            <a:ext cx="612636" cy="101391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800" b="0" i="0" kern="1200">
                <a:solidFill>
                  <a:schemeClr val="accent1"/>
                </a:solidFill>
                <a:latin typeface="Spectrum Sans" panose="020B0502020503020304" pitchFamily="34" charset="0"/>
                <a:ea typeface="+mn-ea"/>
                <a:cs typeface="Spectrum Sans" panose="020B05020205030203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Confidential.</a:t>
            </a:r>
          </a:p>
        </p:txBody>
      </p:sp>
    </p:spTree>
    <p:extLst>
      <p:ext uri="{BB962C8B-B14F-4D97-AF65-F5344CB8AC3E}">
        <p14:creationId xmlns:p14="http://schemas.microsoft.com/office/powerpoint/2010/main" val="8393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26" Type="http://schemas.openxmlformats.org/officeDocument/2006/relationships/slideLayout" Target="../slideLayouts/slideLayout40.xml"/><Relationship Id="rId39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48.xml"/><Relationship Id="rId7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4.xml"/><Relationship Id="rId29" Type="http://schemas.openxmlformats.org/officeDocument/2006/relationships/slideLayout" Target="../slideLayouts/slideLayout43.xml"/><Relationship Id="rId41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38.xml"/><Relationship Id="rId32" Type="http://schemas.openxmlformats.org/officeDocument/2006/relationships/slideLayout" Target="../slideLayouts/slideLayout46.xml"/><Relationship Id="rId37" Type="http://schemas.openxmlformats.org/officeDocument/2006/relationships/slideLayout" Target="../slideLayouts/slideLayout51.xml"/><Relationship Id="rId40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23" Type="http://schemas.openxmlformats.org/officeDocument/2006/relationships/slideLayout" Target="../slideLayouts/slideLayout37.xml"/><Relationship Id="rId28" Type="http://schemas.openxmlformats.org/officeDocument/2006/relationships/slideLayout" Target="../slideLayouts/slideLayout42.xml"/><Relationship Id="rId36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31" Type="http://schemas.openxmlformats.org/officeDocument/2006/relationships/slideLayout" Target="../slideLayouts/slideLayout45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Relationship Id="rId22" Type="http://schemas.openxmlformats.org/officeDocument/2006/relationships/slideLayout" Target="../slideLayouts/slideLayout36.xml"/><Relationship Id="rId27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4.xml"/><Relationship Id="rId35" Type="http://schemas.openxmlformats.org/officeDocument/2006/relationships/slideLayout" Target="../slideLayouts/slideLayout49.xml"/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5" Type="http://schemas.openxmlformats.org/officeDocument/2006/relationships/slideLayout" Target="../slideLayouts/slideLayout39.xml"/><Relationship Id="rId33" Type="http://schemas.openxmlformats.org/officeDocument/2006/relationships/slideLayout" Target="../slideLayouts/slideLayout47.xml"/><Relationship Id="rId38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  <p:sldLayoutId id="2147483752" r:id="rId13"/>
    <p:sldLayoutId id="2147483753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7">
            <a:extLst>
              <a:ext uri="{FF2B5EF4-FFF2-40B4-BE49-F238E27FC236}">
                <a16:creationId xmlns:a16="http://schemas.microsoft.com/office/drawing/2014/main" id="{31582213-3339-A945-88BA-D6D5948E4C90}"/>
              </a:ext>
            </a:extLst>
          </p:cNvPr>
          <p:cNvSpPr txBox="1">
            <a:spLocks/>
          </p:cNvSpPr>
          <p:nvPr userDrawn="1"/>
        </p:nvSpPr>
        <p:spPr>
          <a:xfrm>
            <a:off x="11621408" y="216193"/>
            <a:ext cx="514096" cy="3651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3BA43F4-8922-4B13-83B5-8171DA93D35F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>
              <a:latin typeface="Century Gothic" panose="020B0502020202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87D9938-296C-5541-A954-9AEA94E5FC69}"/>
              </a:ext>
            </a:extLst>
          </p:cNvPr>
          <p:cNvCxnSpPr/>
          <p:nvPr userDrawn="1"/>
        </p:nvCxnSpPr>
        <p:spPr>
          <a:xfrm>
            <a:off x="11621408" y="0"/>
            <a:ext cx="0" cy="551156"/>
          </a:xfrm>
          <a:prstGeom prst="line">
            <a:avLst/>
          </a:prstGeom>
          <a:ln w="9525" cmpd="sng">
            <a:solidFill>
              <a:srgbClr val="FF66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507AE3-61FF-2243-B346-63CC8E965E2C}"/>
              </a:ext>
            </a:extLst>
          </p:cNvPr>
          <p:cNvPicPr>
            <a:picLocks noChangeAspect="1"/>
          </p:cNvPicPr>
          <p:nvPr userDrawn="1"/>
        </p:nvPicPr>
        <p:blipFill>
          <a:blip r:embed="rId4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4670" y="-218509"/>
            <a:ext cx="1587761" cy="1122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21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05" r:id="rId2"/>
    <p:sldLayoutId id="2147483664" r:id="rId3"/>
    <p:sldLayoutId id="2147483666" r:id="rId4"/>
    <p:sldLayoutId id="2147483668" r:id="rId5"/>
    <p:sldLayoutId id="2147483669" r:id="rId6"/>
    <p:sldLayoutId id="2147483670" r:id="rId7"/>
    <p:sldLayoutId id="2147483680" r:id="rId8"/>
    <p:sldLayoutId id="2147483681" r:id="rId9"/>
    <p:sldLayoutId id="2147483682" r:id="rId10"/>
    <p:sldLayoutId id="2147483701" r:id="rId11"/>
    <p:sldLayoutId id="2147483683" r:id="rId12"/>
    <p:sldLayoutId id="2147483684" r:id="rId13"/>
    <p:sldLayoutId id="2147483686" r:id="rId14"/>
    <p:sldLayoutId id="2147483688" r:id="rId15"/>
    <p:sldLayoutId id="2147483700" r:id="rId16"/>
    <p:sldLayoutId id="2147483691" r:id="rId17"/>
    <p:sldLayoutId id="2147483692" r:id="rId18"/>
    <p:sldLayoutId id="2147483693" r:id="rId19"/>
    <p:sldLayoutId id="2147483695" r:id="rId20"/>
    <p:sldLayoutId id="2147483694" r:id="rId21"/>
    <p:sldLayoutId id="2147483696" r:id="rId22"/>
    <p:sldLayoutId id="2147483702" r:id="rId23"/>
    <p:sldLayoutId id="2147483697" r:id="rId24"/>
    <p:sldLayoutId id="2147483698" r:id="rId25"/>
    <p:sldLayoutId id="2147483699" r:id="rId26"/>
    <p:sldLayoutId id="2147483671" r:id="rId27"/>
    <p:sldLayoutId id="2147483672" r:id="rId28"/>
    <p:sldLayoutId id="2147483673" r:id="rId29"/>
    <p:sldLayoutId id="2147483674" r:id="rId30"/>
    <p:sldLayoutId id="2147483675" r:id="rId31"/>
    <p:sldLayoutId id="2147483676" r:id="rId32"/>
    <p:sldLayoutId id="2147483677" r:id="rId33"/>
    <p:sldLayoutId id="2147483678" r:id="rId34"/>
    <p:sldLayoutId id="2147483679" r:id="rId35"/>
    <p:sldLayoutId id="2147483703" r:id="rId36"/>
    <p:sldLayoutId id="2147483706" r:id="rId37"/>
    <p:sldLayoutId id="2147483707" r:id="rId38"/>
    <p:sldLayoutId id="2147483708" r:id="rId3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33.png"/><Relationship Id="rId4" Type="http://schemas.openxmlformats.org/officeDocument/2006/relationships/hyperlink" Target="http://www.youtube.com/watch?v=tRT6m3T-QbQ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16p9YRF0l-g?start=16&amp;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BF45B-AA94-124E-2AB6-D3433FCE81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838" y="3280896"/>
            <a:ext cx="6361509" cy="844847"/>
          </a:xfrm>
        </p:spPr>
        <p:txBody>
          <a:bodyPr/>
          <a:lstStyle/>
          <a:p>
            <a:r>
              <a:rPr lang="en-US" dirty="0">
                <a:solidFill>
                  <a:srgbClr val="1D9A78"/>
                </a:solidFill>
                <a:latin typeface="Spectrum Sans"/>
                <a:ea typeface="Calibri Light"/>
                <a:cs typeface="Calibri Light"/>
              </a:rPr>
              <a:t>Design Thinking</a:t>
            </a:r>
            <a:br>
              <a:rPr lang="en-US" dirty="0">
                <a:solidFill>
                  <a:srgbClr val="1D9A78"/>
                </a:solidFill>
                <a:latin typeface="Spectrum Sans"/>
                <a:ea typeface="Calibri Light"/>
                <a:cs typeface="Calibri Light"/>
              </a:rPr>
            </a:br>
            <a:endParaRPr lang="en-US" dirty="0">
              <a:solidFill>
                <a:srgbClr val="1D9A78"/>
              </a:solidFill>
              <a:latin typeface="Spectrum Sans"/>
              <a:ea typeface="Calibri Light"/>
              <a:cs typeface="Calibri Ligh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23C7E4-D659-6B82-9E6F-AB4C67A7B54C}"/>
              </a:ext>
            </a:extLst>
          </p:cNvPr>
          <p:cNvSpPr txBox="1"/>
          <p:nvPr/>
        </p:nvSpPr>
        <p:spPr>
          <a:xfrm>
            <a:off x="2690622" y="4090966"/>
            <a:ext cx="6094476" cy="22826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is creativity and why is it important to me?</a:t>
            </a:r>
          </a:p>
          <a:p>
            <a:pPr marL="342900" marR="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Look at creativity curve, are you using your creative potential?</a:t>
            </a:r>
          </a:p>
          <a:p>
            <a:pPr marL="342900" marR="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Can you really cultivate your creativity?</a:t>
            </a:r>
            <a:endParaRPr lang="en-US" sz="1400" dirty="0"/>
          </a:p>
          <a:p>
            <a:pPr marL="342900" marR="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 do creativity and innovation relate?</a:t>
            </a:r>
            <a:endParaRPr lang="en-US" sz="1400" dirty="0"/>
          </a:p>
          <a:p>
            <a:pPr marL="342900" marR="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Innovation story example</a:t>
            </a:r>
          </a:p>
          <a:p>
            <a:pPr marL="342900" marR="0" lvl="0" indent="-342900" algn="l" rtl="0"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1400" b="0" i="0" u="none" strike="noStrike" cap="none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What are techniques to bring innovation to your job?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0504138A-FB6D-E35D-B2A3-9433A7F204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291" y="3703319"/>
            <a:ext cx="7817379" cy="27699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How to build your creative confidence | David Kelley</a:t>
            </a:r>
          </a:p>
        </p:txBody>
      </p:sp>
      <p:pic>
        <p:nvPicPr>
          <p:cNvPr id="1026" name="Picture 2" descr="David Kelley">
            <a:extLst>
              <a:ext uri="{FF2B5EF4-FFF2-40B4-BE49-F238E27FC236}">
                <a16:creationId xmlns:a16="http://schemas.microsoft.com/office/drawing/2014/main" id="{8DA6C847-3862-7BDA-361D-49870B112F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5440" y="0"/>
            <a:ext cx="2956560" cy="295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A11D163-A24E-11A1-7FF4-7CEB59DA7546}"/>
              </a:ext>
            </a:extLst>
          </p:cNvPr>
          <p:cNvSpPr txBox="1"/>
          <p:nvPr/>
        </p:nvSpPr>
        <p:spPr>
          <a:xfrm>
            <a:off x="9577477" y="2850009"/>
            <a:ext cx="274104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“Failure is data, not defeat.”</a:t>
            </a:r>
            <a:br>
              <a:rPr lang="en-US" sz="1100" dirty="0"/>
            </a:br>
            <a:r>
              <a:rPr lang="en-US" sz="1100" dirty="0"/>
              <a:t>— </a:t>
            </a:r>
            <a:r>
              <a:rPr lang="en-US" sz="1100" i="1" dirty="0"/>
              <a:t>David &amp; Tom Kelley, Creative Confidence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21685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1" name="Rectangle 23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Google Shape;210;p28"/>
          <p:cNvSpPr txBox="1">
            <a:spLocks noGrp="1"/>
          </p:cNvSpPr>
          <p:nvPr>
            <p:ph type="title" idx="4294967295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rgbClr val="3F3F3F"/>
              </a:buClr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So Why is Creativity Important?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Google Shape;209;p28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600"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 sz="600">
              <a:sym typeface="Arial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3DA79C3-69EC-D0BB-7524-351930431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1275" y="2124075"/>
            <a:ext cx="710565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3" name="Rectangle 222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7" name="Google Shape;217;p29"/>
          <p:cNvSpPr txBox="1">
            <a:spLocks noGrp="1"/>
          </p:cNvSpPr>
          <p:nvPr>
            <p:ph type="title" idx="4294967295"/>
          </p:nvPr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5400">
                <a:sym typeface="Calibri"/>
              </a:rPr>
              <a:t>We Start our Education Here….</a:t>
            </a:r>
            <a:endParaRPr lang="en-US" sz="5400"/>
          </a:p>
        </p:txBody>
      </p:sp>
      <p:sp>
        <p:nvSpPr>
          <p:cNvPr id="225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8" name="Google Shape;218;p29"/>
          <p:cNvPicPr preferRelativeResize="0"/>
          <p:nvPr/>
        </p:nvPicPr>
        <p:blipFill rotWithShape="1">
          <a:blip r:embed="rId3"/>
          <a:srcRect l="12399" r="22154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</p:spPr>
      </p:pic>
      <p:sp>
        <p:nvSpPr>
          <p:cNvPr id="216" name="Google Shape;216;p29"/>
          <p:cNvSpPr>
            <a:spLocks noGrp="1"/>
          </p:cNvSpPr>
          <p:nvPr>
            <p:ph type="sldNum" idx="12"/>
          </p:nvPr>
        </p:nvSpPr>
        <p:spPr>
          <a:xfrm>
            <a:off x="10591800" y="6356350"/>
            <a:ext cx="7620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00000000-1234-1234-1234-123412341234}" type="slidenum">
              <a:rPr lang="en-US" sz="600">
                <a:solidFill>
                  <a:srgbClr val="FFFFFF"/>
                </a:solidFill>
                <a:latin typeface="Calibri" panose="020F0502020204030204"/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3</a:t>
            </a:fld>
            <a:endParaRPr lang="en-US" sz="600">
              <a:solidFill>
                <a:srgbClr val="FFFFFF"/>
              </a:solidFill>
              <a:latin typeface="Calibri" panose="020F0502020204030204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1" name="Rectangle 240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4" name="Google Shape;224;p30"/>
          <p:cNvSpPr txBox="1">
            <a:spLocks noGrp="1"/>
          </p:cNvSpPr>
          <p:nvPr>
            <p:ph type="title" idx="4294967295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rgbClr val="3F3F3F"/>
              </a:buClr>
            </a:pPr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We End Up Here… </a:t>
            </a:r>
            <a:endParaRPr lang="en-US" sz="6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42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5" name="Google Shape;225;p30"/>
          <p:cNvPicPr preferRelativeResize="0"/>
          <p:nvPr/>
        </p:nvPicPr>
        <p:blipFill rotWithShape="1">
          <a:blip r:embed="rId3"/>
          <a:stretch/>
        </p:blipFill>
        <p:spPr>
          <a:xfrm>
            <a:off x="2799775" y="2084546"/>
            <a:ext cx="6592450" cy="4614185"/>
          </a:xfrm>
          <a:prstGeom prst="rect">
            <a:avLst/>
          </a:prstGeom>
          <a:noFill/>
        </p:spPr>
      </p:pic>
      <p:sp>
        <p:nvSpPr>
          <p:cNvPr id="223" name="Google Shape;223;p30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600" smtClean="0"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endParaRPr lang="en-US" sz="600"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2" name="Rectangle 261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2" name="Google Shape;232;p31"/>
          <p:cNvSpPr txBox="1">
            <a:spLocks noGrp="1"/>
          </p:cNvSpPr>
          <p:nvPr>
            <p:ph type="title" idx="4294967295"/>
          </p:nvPr>
        </p:nvSpPr>
        <p:spPr>
          <a:xfrm>
            <a:off x="838200" y="557189"/>
            <a:ext cx="3374136" cy="5567891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Did You Know…..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31" name="Google Shape;231;p31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600" smtClean="0"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sz="600">
              <a:sym typeface="Arial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7E51669B-8875-A480-FE41-BBCBAD2E3D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2321932"/>
              </p:ext>
            </p:extLst>
          </p:nvPr>
        </p:nvGraphicFramePr>
        <p:xfrm>
          <a:off x="5093207" y="620391"/>
          <a:ext cx="6260593" cy="5918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4" name="Rectangle 253">
            <a:extLst>
              <a:ext uri="{FF2B5EF4-FFF2-40B4-BE49-F238E27FC236}">
                <a16:creationId xmlns:a16="http://schemas.microsoft.com/office/drawing/2014/main" id="{72018E1B-E0B9-4440-AFF3-4112E50A27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5" name="Google Shape;245;p32"/>
          <p:cNvSpPr txBox="1">
            <a:spLocks noGrp="1"/>
          </p:cNvSpPr>
          <p:nvPr>
            <p:ph type="title" idx="4294967295"/>
          </p:nvPr>
        </p:nvSpPr>
        <p:spPr>
          <a:xfrm>
            <a:off x="838200" y="557190"/>
            <a:ext cx="10515600" cy="184001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It Can Be Better…..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49" name="Google Shape;249;p32" descr="A group of people standing around a whiteboard&#10;&#10;AI-generated content may be incorrect."/>
          <p:cNvPicPr preferRelativeResize="0"/>
          <p:nvPr/>
        </p:nvPicPr>
        <p:blipFill rotWithShape="1">
          <a:blip r:embed="rId3"/>
          <a:srcRect l="26229" r="17698" b="2"/>
          <a:stretch>
            <a:fillRect/>
          </a:stretch>
        </p:blipFill>
        <p:spPr>
          <a:xfrm>
            <a:off x="182787" y="2558694"/>
            <a:ext cx="2827865" cy="3731891"/>
          </a:xfrm>
          <a:prstGeom prst="rect">
            <a:avLst/>
          </a:prstGeom>
          <a:noFill/>
        </p:spPr>
      </p:pic>
      <p:pic>
        <p:nvPicPr>
          <p:cNvPr id="248" name="Google Shape;248;p32" descr="A large owl made of cardboard&#10;&#10;AI-generated content may be incorrect."/>
          <p:cNvPicPr preferRelativeResize="0"/>
          <p:nvPr/>
        </p:nvPicPr>
        <p:blipFill rotWithShape="1">
          <a:blip r:embed="rId4"/>
          <a:srcRect l="29840" r="15224" b="3"/>
          <a:stretch>
            <a:fillRect/>
          </a:stretch>
        </p:blipFill>
        <p:spPr>
          <a:xfrm>
            <a:off x="3180760" y="2558694"/>
            <a:ext cx="2827865" cy="3731891"/>
          </a:xfrm>
          <a:prstGeom prst="rect">
            <a:avLst/>
          </a:prstGeom>
          <a:noFill/>
        </p:spPr>
      </p:pic>
      <p:pic>
        <p:nvPicPr>
          <p:cNvPr id="247" name="Google Shape;247;p32" descr="A reception desk in a building&#10;&#10;AI-generated content may be incorrect."/>
          <p:cNvPicPr preferRelativeResize="0"/>
          <p:nvPr/>
        </p:nvPicPr>
        <p:blipFill rotWithShape="1">
          <a:blip r:embed="rId5"/>
          <a:srcRect r="24227" b="3"/>
          <a:stretch>
            <a:fillRect/>
          </a:stretch>
        </p:blipFill>
        <p:spPr>
          <a:xfrm>
            <a:off x="6178733" y="2558694"/>
            <a:ext cx="2827865" cy="3731891"/>
          </a:xfrm>
          <a:prstGeom prst="rect">
            <a:avLst/>
          </a:prstGeom>
          <a:noFill/>
        </p:spPr>
      </p:pic>
      <p:pic>
        <p:nvPicPr>
          <p:cNvPr id="246" name="Google Shape;246;p32" descr="A whiteboard with writing on it&#10;&#10;AI-generated content may be incorrect."/>
          <p:cNvPicPr preferRelativeResize="0"/>
          <p:nvPr/>
        </p:nvPicPr>
        <p:blipFill rotWithShape="1">
          <a:blip r:embed="rId6"/>
          <a:srcRect l="25540" r="24449"/>
          <a:stretch>
            <a:fillRect/>
          </a:stretch>
        </p:blipFill>
        <p:spPr>
          <a:xfrm>
            <a:off x="9176706" y="2558694"/>
            <a:ext cx="2827865" cy="3731891"/>
          </a:xfrm>
          <a:prstGeom prst="rect">
            <a:avLst/>
          </a:prstGeom>
          <a:noFill/>
        </p:spPr>
      </p:pic>
      <p:sp>
        <p:nvSpPr>
          <p:cNvPr id="244" name="Google Shape;244;p32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600"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600"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243">
          <a:extLst>
            <a:ext uri="{FF2B5EF4-FFF2-40B4-BE49-F238E27FC236}">
              <a16:creationId xmlns:a16="http://schemas.microsoft.com/office/drawing/2014/main" id="{60EBDCFA-6923-3B1C-2CC3-9B6186BA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9" name="Rectangle 258">
            <a:extLst>
              <a:ext uri="{FF2B5EF4-FFF2-40B4-BE49-F238E27FC236}">
                <a16:creationId xmlns:a16="http://schemas.microsoft.com/office/drawing/2014/main" id="{A254D376-7060-4491-9779-FC35E62F3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5" name="Google Shape;245;p32">
            <a:extLst>
              <a:ext uri="{FF2B5EF4-FFF2-40B4-BE49-F238E27FC236}">
                <a16:creationId xmlns:a16="http://schemas.microsoft.com/office/drawing/2014/main" id="{C422B3F9-030B-9065-058C-EE777B752B2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66725" y="5186423"/>
            <a:ext cx="11306175" cy="1171532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Autofit/>
          </a:bodyPr>
          <a:lstStyle/>
          <a:p>
            <a:pPr algn="ctr"/>
            <a:r>
              <a:rPr lang="en-US" sz="2000" dirty="0">
                <a:ea typeface="+mj-lt"/>
                <a:cs typeface="+mj-lt"/>
                <a:sym typeface="Calibri"/>
              </a:rPr>
              <a:t>From the creative confidence framework, the knowing-doing gap is closed by shifting from </a:t>
            </a:r>
            <a:r>
              <a:rPr lang="en-US" sz="2000" b="1" dirty="0">
                <a:ea typeface="+mj-lt"/>
                <a:cs typeface="+mj-lt"/>
                <a:sym typeface="Calibri"/>
              </a:rPr>
              <a:t>analysis paralysis</a:t>
            </a:r>
            <a:r>
              <a:rPr lang="en-US" sz="2000" dirty="0">
                <a:ea typeface="+mj-lt"/>
                <a:cs typeface="+mj-lt"/>
                <a:sym typeface="Calibri"/>
              </a:rPr>
              <a:t> to a "</a:t>
            </a:r>
            <a:r>
              <a:rPr lang="en-US" sz="2000" b="1" dirty="0">
                <a:ea typeface="+mj-lt"/>
                <a:cs typeface="+mj-lt"/>
                <a:sym typeface="Calibri"/>
              </a:rPr>
              <a:t>do something</a:t>
            </a:r>
            <a:r>
              <a:rPr lang="en-US" sz="2000" dirty="0">
                <a:ea typeface="+mj-lt"/>
                <a:cs typeface="+mj-lt"/>
                <a:sym typeface="Calibri"/>
              </a:rPr>
              <a:t>" mindset</a:t>
            </a:r>
            <a:r>
              <a:rPr lang="en-US" sz="2000" dirty="0">
                <a:solidFill>
                  <a:srgbClr val="0A0A0A"/>
                </a:solidFill>
                <a:ea typeface="+mj-lt"/>
                <a:cs typeface="+mj-lt"/>
                <a:sym typeface="Calibri"/>
              </a:rPr>
              <a:t>. It is the combination of having big ideas and the belief and courage that you have the ability to act on them, </a:t>
            </a:r>
            <a:r>
              <a:rPr lang="en-US" sz="2000" b="1" dirty="0">
                <a:solidFill>
                  <a:srgbClr val="0A0A0A"/>
                </a:solidFill>
                <a:ea typeface="+mj-lt"/>
                <a:cs typeface="+mj-lt"/>
                <a:sym typeface="Calibri"/>
              </a:rPr>
              <a:t>learning through iterative experimentation</a:t>
            </a:r>
            <a:r>
              <a:rPr lang="en-US" sz="2000" dirty="0">
                <a:solidFill>
                  <a:srgbClr val="0A0A0A"/>
                </a:solidFill>
                <a:ea typeface="+mj-lt"/>
                <a:cs typeface="+mj-lt"/>
                <a:sym typeface="Calibri"/>
              </a:rPr>
              <a:t> rather than fearing failure.</a:t>
            </a:r>
            <a:endParaRPr lang="en-US" sz="2000">
              <a:ea typeface="Calibri Light"/>
              <a:cs typeface="Calibri Ligh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54A167-2CAA-E26B-753F-DBA5EA326F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648"/>
          <a:stretch>
            <a:fillRect/>
          </a:stretch>
        </p:blipFill>
        <p:spPr>
          <a:xfrm>
            <a:off x="20" y="10"/>
            <a:ext cx="12191980" cy="5014697"/>
          </a:xfrm>
          <a:prstGeom prst="rect">
            <a:avLst/>
          </a:prstGeom>
        </p:spPr>
      </p:pic>
      <p:sp>
        <p:nvSpPr>
          <p:cNvPr id="244" name="Google Shape;244;p32">
            <a:extLst>
              <a:ext uri="{FF2B5EF4-FFF2-40B4-BE49-F238E27FC236}">
                <a16:creationId xmlns:a16="http://schemas.microsoft.com/office/drawing/2014/main" id="{4A006ADB-18F7-DE2D-60EF-F5A874B6E06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defTabSz="457200"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600">
                <a:sym typeface="Arial"/>
              </a:rPr>
              <a:pPr defTabSz="457200">
                <a:lnSpc>
                  <a:spcPct val="90000"/>
                </a:lnSpc>
                <a:spcAft>
                  <a:spcPts val="600"/>
                </a:spcAft>
              </a:pPr>
              <a:t>7</a:t>
            </a:fld>
            <a:endParaRPr lang="en-US" sz="600"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0765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4" name="Rectangle 173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8" name="Google Shape;168;p22"/>
          <p:cNvSpPr txBox="1">
            <a:spLocks noGrp="1"/>
          </p:cNvSpPr>
          <p:nvPr>
            <p:ph type="title" idx="4294967295"/>
          </p:nvPr>
        </p:nvSpPr>
        <p:spPr>
          <a:xfrm>
            <a:off x="6819046" y="2238319"/>
            <a:ext cx="4384757" cy="2052522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5600" dirty="0">
                <a:sym typeface="Calibri"/>
              </a:rPr>
              <a:t>Creativity – What It Is?</a:t>
            </a:r>
            <a:endParaRPr lang="en-US" sz="5600" dirty="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2965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9" name="Google Shape;169;p22" descr="perspective.jpg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/>
          <a:srcRect l="26775" r="4225"/>
          <a:stretch>
            <a:fillRect/>
          </a:stretch>
        </p:blipFill>
        <p:spPr>
          <a:xfrm>
            <a:off x="505418" y="554151"/>
            <a:ext cx="5742189" cy="5742189"/>
          </a:xfrm>
          <a:custGeom>
            <a:avLst/>
            <a:gdLst/>
            <a:ahLst/>
            <a:cxnLst/>
            <a:rect l="l" t="t" r="r" b="b"/>
            <a:pathLst>
              <a:path w="1838528" h="1838528">
                <a:moveTo>
                  <a:pt x="919264" y="0"/>
                </a:moveTo>
                <a:cubicBezTo>
                  <a:pt x="1426959" y="0"/>
                  <a:pt x="1838528" y="411569"/>
                  <a:pt x="1838528" y="919264"/>
                </a:cubicBezTo>
                <a:cubicBezTo>
                  <a:pt x="1838528" y="1426959"/>
                  <a:pt x="1426959" y="1838528"/>
                  <a:pt x="919264" y="1838528"/>
                </a:cubicBezTo>
                <a:cubicBezTo>
                  <a:pt x="411569" y="1838528"/>
                  <a:pt x="0" y="1426959"/>
                  <a:pt x="0" y="919264"/>
                </a:cubicBezTo>
                <a:cubicBezTo>
                  <a:pt x="0" y="411569"/>
                  <a:pt x="411569" y="0"/>
                  <a:pt x="919264" y="0"/>
                </a:cubicBezTo>
                <a:close/>
              </a:path>
            </a:pathLst>
          </a:custGeom>
          <a:noFill/>
        </p:spPr>
      </p:pic>
      <p:sp>
        <p:nvSpPr>
          <p:cNvPr id="178" name="!!plus graphic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4956" y="703679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1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0" name="!!circle graphic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753" y="1562696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1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2" name="!!dot graphic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54149" y="5775082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7" name="Google Shape;167;p22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00000000-1234-1234-1234-123412341234}" type="slidenum">
              <a:rPr lang="en-US" sz="600">
                <a:solidFill>
                  <a:schemeClr val="tx1">
                    <a:alpha val="60000"/>
                  </a:schemeClr>
                </a:solidFill>
                <a:latin typeface="Calibri" panose="020F0502020204030204"/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8</a:t>
            </a:fld>
            <a:endParaRPr lang="en-US" sz="600">
              <a:solidFill>
                <a:schemeClr val="tx1">
                  <a:alpha val="60000"/>
                </a:schemeClr>
              </a:solidFill>
              <a:latin typeface="Calibri" panose="020F0502020204030204"/>
              <a:sym typeface="Arial"/>
            </a:endParaRPr>
          </a:p>
        </p:txBody>
      </p:sp>
      <p:cxnSp>
        <p:nvCxnSpPr>
          <p:cNvPr id="184" name="!!Straight Connector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2" name="Rectangle 181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Google Shape;175;p23"/>
          <p:cNvSpPr txBox="1">
            <a:spLocks noGrp="1"/>
          </p:cNvSpPr>
          <p:nvPr>
            <p:ph type="title" idx="4294967295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5400">
                <a:sym typeface="Calibri"/>
              </a:rPr>
              <a:t>Creativity – What It Is</a:t>
            </a:r>
            <a:endParaRPr lang="en-US" sz="5400"/>
          </a:p>
        </p:txBody>
      </p:sp>
      <p:pic>
        <p:nvPicPr>
          <p:cNvPr id="178" name="Picture 177" descr="Small white light bulbs with one large yellow light bulb drawn on a black surface">
            <a:extLst>
              <a:ext uri="{FF2B5EF4-FFF2-40B4-BE49-F238E27FC236}">
                <a16:creationId xmlns:a16="http://schemas.microsoft.com/office/drawing/2014/main" id="{002FEDF3-86A9-3C36-A335-49A37D9E49B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256" r="4413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84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Google Shape;176;p23"/>
          <p:cNvSpPr/>
          <p:nvPr/>
        </p:nvSpPr>
        <p:spPr>
          <a:xfrm>
            <a:off x="5297762" y="2706624"/>
            <a:ext cx="6251110" cy="3483864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2B2B2B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ym typeface="Lato"/>
              </a:rPr>
              <a:t>Creativity is a step further on from imagination, because it involves a lot more than just being imaginative. </a:t>
            </a:r>
          </a:p>
          <a:p>
            <a:pPr>
              <a:lnSpc>
                <a:spcPct val="90000"/>
              </a:lnSpc>
              <a:spcAft>
                <a:spcPts val="600"/>
              </a:spcAft>
              <a:buClr>
                <a:srgbClr val="2B2B2B"/>
              </a:buClr>
            </a:pPr>
            <a:endParaRPr lang="en-US" sz="2200" dirty="0">
              <a:sym typeface="Lato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Clr>
                <a:srgbClr val="2B2B2B"/>
              </a:buClr>
              <a:buFont typeface="Arial" panose="020B0604020202020204" pitchFamily="34" charset="0"/>
              <a:buChar char="•"/>
            </a:pPr>
            <a:r>
              <a:rPr lang="en-US" sz="2200" dirty="0">
                <a:sym typeface="Lato"/>
              </a:rPr>
              <a:t>It is: </a:t>
            </a:r>
            <a:r>
              <a:rPr lang="en-US" sz="2200" dirty="0">
                <a:sym typeface="Arial"/>
              </a:rPr>
              <a:t>“the process of having original ideas that have value.” Being creative “involves doing something. It would be odd to describe someone as creative who never did anything. … Creativity involves putting your imagination to work. In a sense, creativity is applied imagination.”</a:t>
            </a:r>
          </a:p>
        </p:txBody>
      </p:sp>
      <p:sp>
        <p:nvSpPr>
          <p:cNvPr id="174" name="Google Shape;174;p23"/>
          <p:cNvSpPr>
            <a:spLocks noGrp="1"/>
          </p:cNvSpPr>
          <p:nvPr>
            <p:ph type="sldNum" idx="12"/>
          </p:nvPr>
        </p:nvSpPr>
        <p:spPr>
          <a:xfrm>
            <a:off x="10052978" y="6356350"/>
            <a:ext cx="1300821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00000000-1234-1234-1234-123412341234}" type="slidenum">
              <a:rPr lang="en-US" sz="600">
                <a:solidFill>
                  <a:prstClr val="black">
                    <a:tint val="75000"/>
                  </a:prstClr>
                </a:solidFill>
                <a:latin typeface="Calibri" panose="020F0502020204030204"/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9</a:t>
            </a:fld>
            <a:endParaRPr lang="en-US" sz="600">
              <a:solidFill>
                <a:prstClr val="black">
                  <a:tint val="75000"/>
                </a:prstClr>
              </a:solidFill>
              <a:latin typeface="Calibri" panose="020F0502020204030204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9" name="Rectangle 218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9" name="Google Shape;189;p25"/>
          <p:cNvSpPr txBox="1">
            <a:spLocks noGrp="1"/>
          </p:cNvSpPr>
          <p:nvPr>
            <p:ph type="title" idx="4294967295"/>
          </p:nvPr>
        </p:nvSpPr>
        <p:spPr>
          <a:xfrm>
            <a:off x="638881" y="4501453"/>
            <a:ext cx="10909640" cy="10658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rgbClr val="3F3F3F"/>
              </a:buClr>
            </a:pPr>
            <a:r>
              <a:rPr lang="en-US" sz="3100" dirty="0">
                <a:sym typeface="Calibri"/>
              </a:rPr>
              <a:t>Everyone has the power</a:t>
            </a:r>
            <a:br>
              <a:rPr lang="en-US" sz="3100" dirty="0">
                <a:sym typeface="Calibri"/>
              </a:rPr>
            </a:br>
            <a:r>
              <a:rPr lang="en-US" sz="3100" dirty="0">
                <a:sym typeface="Calibri"/>
              </a:rPr>
              <a:t>Everyone has the spark</a:t>
            </a:r>
          </a:p>
        </p:txBody>
      </p:sp>
      <p:pic>
        <p:nvPicPr>
          <p:cNvPr id="2" name="Google Shape;183;p24" descr="A pen drawing a colorful design&#10;&#10;AI-generated content may be incorrect.">
            <a:extLst>
              <a:ext uri="{FF2B5EF4-FFF2-40B4-BE49-F238E27FC236}">
                <a16:creationId xmlns:a16="http://schemas.microsoft.com/office/drawing/2014/main" id="{2C45ED76-DCD3-D1E9-4975-38FF0FA32885}"/>
              </a:ext>
            </a:extLst>
          </p:cNvPr>
          <p:cNvPicPr preferRelativeResize="0"/>
          <p:nvPr/>
        </p:nvPicPr>
        <p:blipFill rotWithShape="1">
          <a:blip r:embed="rId3"/>
          <a:srcRect t="7444" b="3766"/>
          <a:stretch>
            <a:fillRect/>
          </a:stretch>
        </p:blipFill>
        <p:spPr>
          <a:xfrm>
            <a:off x="320040" y="336009"/>
            <a:ext cx="5614416" cy="3863405"/>
          </a:xfrm>
          <a:prstGeom prst="rect">
            <a:avLst/>
          </a:prstGeom>
          <a:noFill/>
        </p:spPr>
      </p:pic>
      <p:pic>
        <p:nvPicPr>
          <p:cNvPr id="190" name="Google Shape;190;p25" descr="A close-up of a hand holding a sparkler&#10;&#10;AI-generated content may be incorrect."/>
          <p:cNvPicPr preferRelativeResize="0"/>
          <p:nvPr/>
        </p:nvPicPr>
        <p:blipFill rotWithShape="1">
          <a:blip r:embed="rId4"/>
          <a:srcRect l="7507" r="11769"/>
          <a:stretch>
            <a:fillRect/>
          </a:stretch>
        </p:blipFill>
        <p:spPr>
          <a:xfrm>
            <a:off x="6254496" y="363760"/>
            <a:ext cx="5614416" cy="3807903"/>
          </a:xfrm>
          <a:prstGeom prst="rect">
            <a:avLst/>
          </a:prstGeom>
          <a:noFill/>
        </p:spPr>
      </p:pic>
      <p:sp>
        <p:nvSpPr>
          <p:cNvPr id="22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Google Shape;188;p25"/>
          <p:cNvSpPr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0000000-1234-1234-1234-123412341234}" type="slidenum">
              <a:rPr lang="en-US" sz="600" smtClean="0"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600"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3" name="Rectangle 202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Google Shape;196;p26"/>
          <p:cNvSpPr txBox="1">
            <a:spLocks noGrp="1"/>
          </p:cNvSpPr>
          <p:nvPr>
            <p:ph type="title" idx="4294967295"/>
          </p:nvPr>
        </p:nvSpPr>
        <p:spPr>
          <a:xfrm>
            <a:off x="5297762" y="329184"/>
            <a:ext cx="6251110" cy="178308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5400">
                <a:sym typeface="Calibri"/>
              </a:rPr>
              <a:t>Cultivate the creative spark:</a:t>
            </a:r>
          </a:p>
        </p:txBody>
      </p:sp>
      <p:pic>
        <p:nvPicPr>
          <p:cNvPr id="199" name="Picture 198" descr="Purple colored lightbulb">
            <a:extLst>
              <a:ext uri="{FF2B5EF4-FFF2-40B4-BE49-F238E27FC236}">
                <a16:creationId xmlns:a16="http://schemas.microsoft.com/office/drawing/2014/main" id="{5806068B-D1BB-A27E-61AD-4F2946C5E1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643" r="37402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0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7" name="Google Shape;197;p26"/>
          <p:cNvSpPr/>
          <p:nvPr/>
        </p:nvSpPr>
        <p:spPr>
          <a:xfrm>
            <a:off x="5297762" y="2706624"/>
            <a:ext cx="6891190" cy="3483864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rgbClr val="1C1C1C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dirty="0">
                <a:sym typeface="Open Sans"/>
              </a:rPr>
              <a:t>Choose creativity</a:t>
            </a:r>
            <a:r>
              <a:rPr lang="en-US" sz="1500" dirty="0">
                <a:sym typeface="Open Sans"/>
              </a:rPr>
              <a:t>. , decide to make it happen.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rgbClr val="1C1C1C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dirty="0">
                <a:sym typeface="Open Sans"/>
              </a:rPr>
              <a:t>Think like a traveler </a:t>
            </a:r>
            <a:r>
              <a:rPr lang="en-US" sz="1500" dirty="0">
                <a:sym typeface="Open Sans"/>
              </a:rPr>
              <a:t>with fresh eyes. Expose yourself to new ideas and experiences.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rgbClr val="1C1C1C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dirty="0">
                <a:sym typeface="Open Sans"/>
              </a:rPr>
              <a:t>Engage</a:t>
            </a:r>
            <a:r>
              <a:rPr lang="en-US" sz="1500" dirty="0">
                <a:sym typeface="Open Sans"/>
              </a:rPr>
              <a:t> in </a:t>
            </a:r>
            <a:r>
              <a:rPr lang="en-US" sz="1500" u="sng" dirty="0">
                <a:sym typeface="Open Sans"/>
              </a:rPr>
              <a:t>relaxed attention</a:t>
            </a:r>
            <a:r>
              <a:rPr lang="en-US" sz="1500" dirty="0">
                <a:sym typeface="Open Sans"/>
              </a:rPr>
              <a:t>.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rgbClr val="1C1C1C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dirty="0">
                <a:sym typeface="Open Sans"/>
              </a:rPr>
              <a:t>Empathize</a:t>
            </a:r>
            <a:r>
              <a:rPr lang="en-US" sz="1500" dirty="0">
                <a:sym typeface="Open Sans"/>
              </a:rPr>
              <a:t> with your end user. Innovative ideas come when you better understand the needs and context of the people you are creating solutions for.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rgbClr val="1C1C1C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dirty="0">
                <a:sym typeface="Open Sans"/>
              </a:rPr>
              <a:t>Do observations </a:t>
            </a:r>
            <a:r>
              <a:rPr lang="en-US" sz="1500" dirty="0">
                <a:sym typeface="Open Sans"/>
              </a:rPr>
              <a:t>in the field.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rgbClr val="1C1C1C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dirty="0">
                <a:sym typeface="Open Sans"/>
              </a:rPr>
              <a:t>Ask </a:t>
            </a:r>
            <a:r>
              <a:rPr lang="en-US" sz="1500" b="1" i="1" dirty="0">
                <a:sym typeface="Open Sans"/>
              </a:rPr>
              <a:t>why</a:t>
            </a:r>
            <a:r>
              <a:rPr lang="en-US" sz="1500" b="1" dirty="0">
                <a:sym typeface="Open Sans"/>
              </a:rPr>
              <a:t> questions</a:t>
            </a:r>
            <a:r>
              <a:rPr lang="en-US" sz="1500" dirty="0">
                <a:sym typeface="Open Sans"/>
              </a:rPr>
              <a:t>.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u="sng" dirty="0">
                <a:sym typeface="Open Sans"/>
              </a:rPr>
              <a:t>Reframe questions</a:t>
            </a:r>
            <a:r>
              <a:rPr lang="en-US" sz="1500" dirty="0">
                <a:sym typeface="Open Sans"/>
              </a:rPr>
              <a:t>, start from a different point of view.</a:t>
            </a:r>
            <a:endParaRPr lang="en-US" sz="1500" dirty="0"/>
          </a:p>
          <a:p>
            <a:pPr marL="342900" indent="-342900">
              <a:lnSpc>
                <a:spcPct val="90000"/>
              </a:lnSpc>
              <a:spcAft>
                <a:spcPts val="600"/>
              </a:spcAft>
              <a:buClr>
                <a:srgbClr val="1C1C1C"/>
              </a:buClr>
              <a:buSzPts val="2400"/>
              <a:buFont typeface="Wingdings" panose="05000000000000000000" pitchFamily="2" charset="2"/>
              <a:buChar char="ü"/>
            </a:pPr>
            <a:r>
              <a:rPr lang="en-US" sz="1500" b="1" dirty="0">
                <a:sym typeface="Open Sans"/>
              </a:rPr>
              <a:t>Build a creative support network</a:t>
            </a:r>
            <a:r>
              <a:rPr lang="en-US" sz="1500" dirty="0">
                <a:sym typeface="Open Sans"/>
              </a:rPr>
              <a:t>. Find collaborators and others to share ideas, suggestions, and criticism.</a:t>
            </a:r>
          </a:p>
        </p:txBody>
      </p:sp>
      <p:sp>
        <p:nvSpPr>
          <p:cNvPr id="195" name="Google Shape;195;p26"/>
          <p:cNvSpPr>
            <a:spLocks noGrp="1"/>
          </p:cNvSpPr>
          <p:nvPr>
            <p:ph type="sldNum" idx="12"/>
          </p:nvPr>
        </p:nvSpPr>
        <p:spPr>
          <a:xfrm>
            <a:off x="10052978" y="6356350"/>
            <a:ext cx="1300821" cy="365125"/>
          </a:xfrm>
          <a:prstGeom prst="ellipse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  <a:defRPr/>
            </a:pPr>
            <a:fld id="{00000000-1234-1234-1234-123412341234}" type="slidenum">
              <a:rPr lang="en-US" sz="600">
                <a:solidFill>
                  <a:prstClr val="black">
                    <a:tint val="75000"/>
                  </a:prstClr>
                </a:solidFill>
                <a:latin typeface="Calibri" panose="020F0502020204030204"/>
                <a:sym typeface="Arial"/>
              </a:rPr>
              <a:pPr>
                <a:lnSpc>
                  <a:spcPct val="90000"/>
                </a:lnSpc>
                <a:spcAft>
                  <a:spcPts val="600"/>
                </a:spcAft>
                <a:defRPr/>
              </a:pPr>
              <a:t>11</a:t>
            </a:fld>
            <a:endParaRPr lang="en-US" sz="600">
              <a:solidFill>
                <a:prstClr val="black">
                  <a:tint val="75000"/>
                </a:prstClr>
              </a:solidFill>
              <a:latin typeface="Calibri" panose="020F0502020204030204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4" name="Rectangle 383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69" name="Rectangle 368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9" name="Google Shape;319;p43"/>
          <p:cNvSpPr txBox="1">
            <a:spLocks noGrp="1"/>
          </p:cNvSpPr>
          <p:nvPr>
            <p:ph type="title" idx="4294967295"/>
          </p:nvPr>
        </p:nvSpPr>
        <p:spPr>
          <a:xfrm>
            <a:off x="838200" y="4440602"/>
            <a:ext cx="3300663" cy="164592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2800">
                <a:sym typeface="Calibri"/>
              </a:rPr>
              <a:t>Creativity vs. Innovation</a:t>
            </a:r>
          </a:p>
        </p:txBody>
      </p:sp>
      <p:pic>
        <p:nvPicPr>
          <p:cNvPr id="5" name="Google Shape;337;p45" descr="A room with a hospital bed&#10;&#10;AI-generated content may be incorrect.">
            <a:extLst>
              <a:ext uri="{FF2B5EF4-FFF2-40B4-BE49-F238E27FC236}">
                <a16:creationId xmlns:a16="http://schemas.microsoft.com/office/drawing/2014/main" id="{B12FD386-99E0-5482-5105-5887BD1D3CDA}"/>
              </a:ext>
            </a:extLst>
          </p:cNvPr>
          <p:cNvPicPr preferRelativeResize="0"/>
          <p:nvPr/>
        </p:nvPicPr>
        <p:blipFill rotWithShape="1">
          <a:blip r:embed="rId3"/>
          <a:srcRect l="35315" r="4852" b="3"/>
          <a:stretch>
            <a:fillRect/>
          </a:stretch>
        </p:blipFill>
        <p:spPr>
          <a:xfrm>
            <a:off x="554415" y="366091"/>
            <a:ext cx="3584448" cy="3639272"/>
          </a:xfrm>
          <a:prstGeom prst="rect">
            <a:avLst/>
          </a:prstGeom>
          <a:noFill/>
        </p:spPr>
      </p:pic>
      <p:pic>
        <p:nvPicPr>
          <p:cNvPr id="10" name="Google Shape;328;p44">
            <a:extLst>
              <a:ext uri="{FF2B5EF4-FFF2-40B4-BE49-F238E27FC236}">
                <a16:creationId xmlns:a16="http://schemas.microsoft.com/office/drawing/2014/main" id="{2BACD1DE-BF3C-CFA8-7C70-E7B7CD7E75EE}"/>
              </a:ext>
            </a:extLst>
          </p:cNvPr>
          <p:cNvPicPr preferRelativeResize="0"/>
          <p:nvPr/>
        </p:nvPicPr>
        <p:blipFill rotWithShape="1">
          <a:blip r:embed="rId4"/>
          <a:stretch/>
        </p:blipFill>
        <p:spPr>
          <a:xfrm>
            <a:off x="4345915" y="1154886"/>
            <a:ext cx="3584448" cy="2061057"/>
          </a:xfrm>
          <a:prstGeom prst="rect">
            <a:avLst/>
          </a:prstGeom>
          <a:noFill/>
        </p:spPr>
      </p:pic>
      <p:pic>
        <p:nvPicPr>
          <p:cNvPr id="7" name="Google Shape;326;p44">
            <a:extLst>
              <a:ext uri="{FF2B5EF4-FFF2-40B4-BE49-F238E27FC236}">
                <a16:creationId xmlns:a16="http://schemas.microsoft.com/office/drawing/2014/main" id="{CE038274-D791-B5C9-0313-CA84ED8B4D93}"/>
              </a:ext>
            </a:extLst>
          </p:cNvPr>
          <p:cNvPicPr preferRelativeResize="0"/>
          <p:nvPr/>
        </p:nvPicPr>
        <p:blipFill rotWithShape="1">
          <a:blip r:embed="rId5"/>
          <a:srcRect l="1404" t="2572"/>
          <a:stretch/>
        </p:blipFill>
        <p:spPr>
          <a:xfrm>
            <a:off x="8137415" y="1211369"/>
            <a:ext cx="3584448" cy="1948091"/>
          </a:xfrm>
          <a:prstGeom prst="rect">
            <a:avLst/>
          </a:prstGeom>
          <a:noFill/>
        </p:spPr>
      </p:pic>
      <p:sp>
        <p:nvSpPr>
          <p:cNvPr id="371" name="Rectangle 370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0" name="Google Shape;320;p43"/>
          <p:cNvSpPr txBox="1">
            <a:spLocks noGrp="1"/>
          </p:cNvSpPr>
          <p:nvPr>
            <p:ph type="body" idx="4294967295"/>
          </p:nvPr>
        </p:nvSpPr>
        <p:spPr>
          <a:xfrm>
            <a:off x="4578824" y="4440602"/>
            <a:ext cx="6860184" cy="1645920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marL="0">
              <a:spcBef>
                <a:spcPts val="0"/>
              </a:spcBef>
              <a:buClr>
                <a:schemeClr val="accent1"/>
              </a:buClr>
            </a:pPr>
            <a:r>
              <a:rPr lang="en-US" sz="1800" b="1" dirty="0">
                <a:sym typeface="Calibri"/>
              </a:rPr>
              <a:t>Creativity</a:t>
            </a:r>
            <a:r>
              <a:rPr lang="en-US" sz="1800" dirty="0">
                <a:sym typeface="Calibri"/>
              </a:rPr>
              <a:t> = Act of conceiving something original or unusual</a:t>
            </a:r>
          </a:p>
          <a:p>
            <a:pPr marL="0">
              <a:spcBef>
                <a:spcPts val="1400"/>
              </a:spcBef>
              <a:buClr>
                <a:schemeClr val="accent1"/>
              </a:buClr>
            </a:pPr>
            <a:r>
              <a:rPr lang="en-US" sz="1800" b="1" dirty="0">
                <a:sym typeface="Calibri"/>
              </a:rPr>
              <a:t>Innovation </a:t>
            </a:r>
            <a:r>
              <a:rPr lang="en-US" sz="1800" dirty="0">
                <a:sym typeface="Calibri"/>
              </a:rPr>
              <a:t>= Implementing something new; Applying creative thinking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6" name="Rectangle 145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Google Shape;140;p18"/>
          <p:cNvSpPr txBox="1">
            <a:spLocks noGrp="1"/>
          </p:cNvSpPr>
          <p:nvPr>
            <p:ph type="title" idx="4294967295"/>
          </p:nvPr>
        </p:nvSpPr>
        <p:spPr>
          <a:xfrm>
            <a:off x="890338" y="640080"/>
            <a:ext cx="3734014" cy="3566160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5400">
                <a:sym typeface="Calibri"/>
              </a:rPr>
              <a:t>The Dyson Story …</a:t>
            </a:r>
          </a:p>
        </p:txBody>
      </p:sp>
      <p:sp>
        <p:nvSpPr>
          <p:cNvPr id="148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1" name="Google Shape;141;p18" descr="A person holding a vacuum cleaner&#10;&#10;AI-generated content may be incorrect.">
            <a:hlinkClick r:id="rId4"/>
          </p:cNvPr>
          <p:cNvPicPr preferRelativeResize="0"/>
          <p:nvPr/>
        </p:nvPicPr>
        <p:blipFill rotWithShape="1">
          <a:blip r:embed="rId5"/>
          <a:srcRect r="2828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solidFill>
            <a:srgbClr val="ECECEC"/>
          </a:solidFill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4" name="Rectangle 163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Google Shape;147;p19"/>
          <p:cNvSpPr txBox="1">
            <a:spLocks noGrp="1"/>
          </p:cNvSpPr>
          <p:nvPr>
            <p:ph type="title" idx="4294967295"/>
          </p:nvPr>
        </p:nvSpPr>
        <p:spPr>
          <a:xfrm>
            <a:off x="638881" y="4501453"/>
            <a:ext cx="10909640" cy="1065836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chemeClr val="dk1"/>
              </a:buClr>
            </a:pPr>
            <a:r>
              <a:rPr lang="en-US" sz="4600">
                <a:sym typeface="Calibri"/>
              </a:rPr>
              <a:t>If you were curious about the wheelbarrow</a:t>
            </a:r>
          </a:p>
        </p:txBody>
      </p:sp>
      <p:pic>
        <p:nvPicPr>
          <p:cNvPr id="149" name="Google Shape;149;p19" descr="A person pushing a wheelbarrow full of wood&#10;&#10;AI-generated content may be incorrect."/>
          <p:cNvPicPr preferRelativeResize="0"/>
          <p:nvPr/>
        </p:nvPicPr>
        <p:blipFill rotWithShape="1">
          <a:blip r:embed="rId3"/>
          <a:srcRect l="7407"/>
          <a:stretch>
            <a:fillRect/>
          </a:stretch>
        </p:blipFill>
        <p:spPr>
          <a:xfrm>
            <a:off x="1395976" y="320040"/>
            <a:ext cx="3462544" cy="3895344"/>
          </a:xfrm>
          <a:prstGeom prst="rect">
            <a:avLst/>
          </a:prstGeom>
          <a:solidFill>
            <a:srgbClr val="ECECEC"/>
          </a:solidFill>
        </p:spPr>
      </p:pic>
      <p:pic>
        <p:nvPicPr>
          <p:cNvPr id="148" name="Google Shape;148;p19" descr="A wheelbarrow with a ball&#10;&#10;AI-generated content may be incorrect."/>
          <p:cNvPicPr preferRelativeResize="0"/>
          <p:nvPr/>
        </p:nvPicPr>
        <p:blipFill rotWithShape="1">
          <a:blip r:embed="rId4"/>
          <a:srcRect r="3156" b="1"/>
          <a:stretch>
            <a:fillRect/>
          </a:stretch>
        </p:blipFill>
        <p:spPr>
          <a:xfrm>
            <a:off x="6732455" y="320040"/>
            <a:ext cx="4658498" cy="3895344"/>
          </a:xfrm>
          <a:prstGeom prst="rect">
            <a:avLst/>
          </a:prstGeom>
          <a:solidFill>
            <a:srgbClr val="ECECEC"/>
          </a:solidFill>
        </p:spPr>
      </p:pic>
      <p:sp>
        <p:nvSpPr>
          <p:cNvPr id="16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9" name="Rectangle 348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3" name="Google Shape;343;p46"/>
          <p:cNvSpPr txBox="1">
            <a:spLocks noGrp="1"/>
          </p:cNvSpPr>
          <p:nvPr>
            <p:ph type="title" idx="4294967295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rgbClr val="3F3F3F"/>
              </a:buClr>
            </a:pPr>
            <a:r>
              <a:rPr lang="en-US" sz="4600" kern="120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Innovation techniques: User Centered Design</a:t>
            </a:r>
          </a:p>
        </p:txBody>
      </p:sp>
      <p:sp>
        <p:nvSpPr>
          <p:cNvPr id="351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4" name="Google Shape;344;p46" descr="A person and person silhouettes&#10;&#10;AI-generated content may be incorrect."/>
          <p:cNvPicPr preferRelativeResize="0"/>
          <p:nvPr/>
        </p:nvPicPr>
        <p:blipFill rotWithShape="1">
          <a:blip r:embed="rId3"/>
          <a:stretch/>
        </p:blipFill>
        <p:spPr>
          <a:xfrm>
            <a:off x="820429" y="2633472"/>
            <a:ext cx="10548094" cy="35863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6" name="Rectangle 375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7" name="Google Shape;357;p48"/>
          <p:cNvSpPr txBox="1">
            <a:spLocks noGrp="1"/>
          </p:cNvSpPr>
          <p:nvPr>
            <p:ph type="title" idx="4294967295"/>
          </p:nvPr>
        </p:nvSpPr>
        <p:spPr>
          <a:xfrm>
            <a:off x="638881" y="417576"/>
            <a:ext cx="10909640" cy="1249394"/>
          </a:xfrm>
          <a:prstGeom prst="rect">
            <a:avLst/>
          </a:prstGeom>
        </p:spPr>
        <p:txBody>
          <a:bodyPr spcFirstLastPara="1" vert="horz" lIns="91440" tIns="45720" rIns="91440" bIns="45720" rtlCol="0" anchor="ctr" anchorCtr="0">
            <a:normAutofit/>
          </a:bodyPr>
          <a:lstStyle/>
          <a:p>
            <a:pPr algn="ctr">
              <a:buClr>
                <a:srgbClr val="3F3F3F"/>
              </a:buClr>
            </a:pPr>
            <a:r>
              <a:rPr lang="en-US" sz="5100" kern="1200" dirty="0">
                <a:solidFill>
                  <a:schemeClr val="tx1"/>
                </a:solidFill>
                <a:latin typeface="+mj-lt"/>
                <a:ea typeface="+mj-ea"/>
                <a:cs typeface="+mj-cs"/>
                <a:sym typeface="Calibri"/>
              </a:rPr>
              <a:t>Innovation techniques: Design Thinking</a:t>
            </a:r>
          </a:p>
        </p:txBody>
      </p:sp>
      <p:sp>
        <p:nvSpPr>
          <p:cNvPr id="377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sX0" fmla="*/ 0 w 4572000"/>
              <a:gd name="csY0" fmla="*/ 0 h 18288"/>
              <a:gd name="csX1" fmla="*/ 515983 w 4572000"/>
              <a:gd name="csY1" fmla="*/ 0 h 18288"/>
              <a:gd name="csX2" fmla="*/ 1031966 w 4572000"/>
              <a:gd name="csY2" fmla="*/ 0 h 18288"/>
              <a:gd name="csX3" fmla="*/ 1639389 w 4572000"/>
              <a:gd name="csY3" fmla="*/ 0 h 18288"/>
              <a:gd name="csX4" fmla="*/ 2383971 w 4572000"/>
              <a:gd name="csY4" fmla="*/ 0 h 18288"/>
              <a:gd name="csX5" fmla="*/ 2945674 w 4572000"/>
              <a:gd name="csY5" fmla="*/ 0 h 18288"/>
              <a:gd name="csX6" fmla="*/ 3507377 w 4572000"/>
              <a:gd name="csY6" fmla="*/ 0 h 18288"/>
              <a:gd name="csX7" fmla="*/ 4572000 w 4572000"/>
              <a:gd name="csY7" fmla="*/ 0 h 18288"/>
              <a:gd name="csX8" fmla="*/ 4572000 w 4572000"/>
              <a:gd name="csY8" fmla="*/ 18288 h 18288"/>
              <a:gd name="csX9" fmla="*/ 3873137 w 4572000"/>
              <a:gd name="csY9" fmla="*/ 18288 h 18288"/>
              <a:gd name="csX10" fmla="*/ 3311434 w 4572000"/>
              <a:gd name="csY10" fmla="*/ 18288 h 18288"/>
              <a:gd name="csX11" fmla="*/ 2749731 w 4572000"/>
              <a:gd name="csY11" fmla="*/ 18288 h 18288"/>
              <a:gd name="csX12" fmla="*/ 2050869 w 4572000"/>
              <a:gd name="csY12" fmla="*/ 18288 h 18288"/>
              <a:gd name="csX13" fmla="*/ 1306286 w 4572000"/>
              <a:gd name="csY13" fmla="*/ 18288 h 18288"/>
              <a:gd name="csX14" fmla="*/ 790303 w 4572000"/>
              <a:gd name="csY14" fmla="*/ 18288 h 18288"/>
              <a:gd name="csX15" fmla="*/ 0 w 4572000"/>
              <a:gd name="csY15" fmla="*/ 18288 h 18288"/>
              <a:gd name="csX16" fmla="*/ 0 w 45720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39FF3C4-BEFE-BF45-08C6-21D28D332C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07"/>
          <a:stretch>
            <a:fillRect/>
          </a:stretch>
        </p:blipFill>
        <p:spPr bwMode="auto">
          <a:xfrm>
            <a:off x="381000" y="1959231"/>
            <a:ext cx="11430000" cy="4470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0" name="Rectangle 37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Google Shape;364;p49"/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4200">
                <a:sym typeface="Calibri"/>
              </a:rPr>
              <a:t>Innovation techniques: Design Thinking</a:t>
            </a:r>
          </a:p>
        </p:txBody>
      </p:sp>
      <p:sp>
        <p:nvSpPr>
          <p:cNvPr id="382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Google Shape;365;p49"/>
          <p:cNvSpPr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i="1" dirty="0">
                <a:sym typeface="Lato"/>
              </a:rPr>
              <a:t>“Design thinking is a way of finding human needs and creating new solutions using the tools and mindsets of design practitioners.” “Being human-centered is at the core of our innovation process. Deep empathy for people makes our observations powerful sources of inspiration.” Design thinking is thus “a methodology … [it is] our process for creativity and innovation.”</a:t>
            </a:r>
            <a:endParaRPr lang="en-US" sz="2000" dirty="0">
              <a:sym typeface="Arial"/>
            </a:endParaRPr>
          </a:p>
        </p:txBody>
      </p:sp>
      <p:pic>
        <p:nvPicPr>
          <p:cNvPr id="367" name="Picture 366" descr="People working on ideas">
            <a:extLst>
              <a:ext uri="{FF2B5EF4-FFF2-40B4-BE49-F238E27FC236}">
                <a16:creationId xmlns:a16="http://schemas.microsoft.com/office/drawing/2014/main" id="{B4177D45-F3A4-BDE3-2C1E-693BECE9CD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164" r="21139" b="2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9" name="Rectangle 38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1" name="Google Shape;371;p50"/>
          <p:cNvSpPr txBox="1">
            <a:spLocks noGrp="1"/>
          </p:cNvSpPr>
          <p:nvPr>
            <p:ph type="title" idx="4294967295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spcFirstLastPara="1" vert="horz" lIns="91440" tIns="45720" rIns="91440" bIns="45720" rtlCol="0" anchor="b" anchorCtr="0">
            <a:normAutofit/>
          </a:bodyPr>
          <a:lstStyle/>
          <a:p>
            <a:pPr>
              <a:buClr>
                <a:srgbClr val="3F3F3F"/>
              </a:buClr>
            </a:pPr>
            <a:r>
              <a:rPr lang="en-US" sz="4200">
                <a:sym typeface="Calibri"/>
              </a:rPr>
              <a:t>Innovation techniques: </a:t>
            </a:r>
            <a:r>
              <a:rPr lang="en-US" sz="4200">
                <a:sym typeface="Open Sans"/>
              </a:rPr>
              <a:t>Empathy </a:t>
            </a:r>
            <a:endParaRPr lang="en-US" sz="4200">
              <a:sym typeface="Calibri"/>
            </a:endParaRPr>
          </a:p>
        </p:txBody>
      </p:sp>
      <p:sp>
        <p:nvSpPr>
          <p:cNvPr id="39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2" name="Google Shape;372;p50"/>
          <p:cNvSpPr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spcFirstLastPara="1" vert="horz" lIns="91440" tIns="45720" rIns="91440" bIns="45720" rtlCol="0" anchorCtr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200" dirty="0">
                <a:sym typeface="Open Sans"/>
              </a:rPr>
              <a:t>“Empathy means challenging your preconceived ideas and setting aside your sense of what you think is true in order to learn what is actually true.”</a:t>
            </a:r>
            <a:endParaRPr lang="en-US" sz="2200" dirty="0">
              <a:sym typeface="Arial"/>
            </a:endParaRPr>
          </a:p>
        </p:txBody>
      </p:sp>
      <p:pic>
        <p:nvPicPr>
          <p:cNvPr id="374" name="Picture 373">
            <a:extLst>
              <a:ext uri="{FF2B5EF4-FFF2-40B4-BE49-F238E27FC236}">
                <a16:creationId xmlns:a16="http://schemas.microsoft.com/office/drawing/2014/main" id="{3276F363-2B7A-FE5F-519F-84BDED0CF2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649" r="22930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Online Media 2" title="How to build your creative confidence | David Kelley">
            <a:hlinkClick r:id="" action="ppaction://media"/>
            <a:extLst>
              <a:ext uri="{FF2B5EF4-FFF2-40B4-BE49-F238E27FC236}">
                <a16:creationId xmlns:a16="http://schemas.microsoft.com/office/drawing/2014/main" id="{998DF805-AD09-AA79-14DC-D08D0C5B2DD2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2225" y="0"/>
            <a:ext cx="12147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659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Custom Design">
  <a:themeElements>
    <a:clrScheme name="Custom 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193CF"/>
      </a:accent1>
      <a:accent2>
        <a:srgbClr val="23919E"/>
      </a:accent2>
      <a:accent3>
        <a:srgbClr val="E26856"/>
      </a:accent3>
      <a:accent4>
        <a:srgbClr val="1D9879"/>
      </a:accent4>
      <a:accent5>
        <a:srgbClr val="F16324"/>
      </a:accent5>
      <a:accent6>
        <a:srgbClr val="41486F"/>
      </a:accent6>
      <a:hlink>
        <a:srgbClr val="0563C1"/>
      </a:hlink>
      <a:folHlink>
        <a:srgbClr val="FF8FD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1D9A78"/>
    </a:accent1>
    <a:accent2>
      <a:srgbClr val="8BC145"/>
    </a:accent2>
    <a:accent3>
      <a:srgbClr val="36AFCE"/>
    </a:accent3>
    <a:accent4>
      <a:srgbClr val="1D6FA9"/>
    </a:accent4>
    <a:accent5>
      <a:srgbClr val="B74919"/>
    </a:accent5>
    <a:accent6>
      <a:srgbClr val="F19D19"/>
    </a:accent6>
    <a:hlink>
      <a:srgbClr val="0563C1"/>
    </a:hlink>
    <a:folHlink>
      <a:srgbClr val="954F72"/>
    </a:folHlink>
  </a:clrScheme>
</a:themeOverride>
</file>

<file path=docMetadata/LabelInfo.xml><?xml version="1.0" encoding="utf-8"?>
<clbl:labelList xmlns:clbl="http://schemas.microsoft.com/office/2020/mipLabelMetadata">
  <clbl:label id="{ece46077-c084-46ce-a700-e522340c27a8}" enabled="1" method="Standar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108</TotalTime>
  <Words>559</Words>
  <Application>Microsoft Office PowerPoint</Application>
  <PresentationFormat>Widescreen</PresentationFormat>
  <Paragraphs>60</Paragraphs>
  <Slides>19</Slides>
  <Notes>17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Arial</vt:lpstr>
      <vt:lpstr>Arimo</vt:lpstr>
      <vt:lpstr>Calibri</vt:lpstr>
      <vt:lpstr>Calibri Light</vt:lpstr>
      <vt:lpstr>Century Gothic</vt:lpstr>
      <vt:lpstr>Lato</vt:lpstr>
      <vt:lpstr>Noto Sans Symbols</vt:lpstr>
      <vt:lpstr>Open Sans</vt:lpstr>
      <vt:lpstr>Spectrum Sans</vt:lpstr>
      <vt:lpstr>Wingdings</vt:lpstr>
      <vt:lpstr>Office Theme</vt:lpstr>
      <vt:lpstr>Custom Design</vt:lpstr>
      <vt:lpstr>Design Thinking </vt:lpstr>
      <vt:lpstr>So Why is Creativity Important?</vt:lpstr>
      <vt:lpstr>We Start our Education Here….</vt:lpstr>
      <vt:lpstr>We End Up Here… </vt:lpstr>
      <vt:lpstr>Did You Know…..</vt:lpstr>
      <vt:lpstr>It Can Be Better…..</vt:lpstr>
      <vt:lpstr>From the creative confidence framework, the knowing-doing gap is closed by shifting from analysis paralysis to a "do something" mindset. It is the combination of having big ideas and the belief and courage that you have the ability to act on them, learning through iterative experimentation rather than fearing failure.</vt:lpstr>
      <vt:lpstr>Creativity – What It Is?</vt:lpstr>
      <vt:lpstr>Creativity – What It Is</vt:lpstr>
      <vt:lpstr>Everyone has the power Everyone has the spark</vt:lpstr>
      <vt:lpstr>Cultivate the creative spark:</vt:lpstr>
      <vt:lpstr>Creativity vs. Innovation</vt:lpstr>
      <vt:lpstr>The Dyson Story …</vt:lpstr>
      <vt:lpstr>If you were curious about the wheelbarrow</vt:lpstr>
      <vt:lpstr>Innovation techniques: User Centered Design</vt:lpstr>
      <vt:lpstr>Innovation techniques: Design Thinking</vt:lpstr>
      <vt:lpstr>Innovation techniques: Design Thinking</vt:lpstr>
      <vt:lpstr>Innovation techniques: Empathy </vt:lpstr>
      <vt:lpstr>PowerPoint Presentation</vt:lpstr>
    </vt:vector>
  </TitlesOfParts>
  <Company>Systems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Visionet Services Overview</dc:title>
  <dc:subject>Food Distribution, Supply Chain Automation</dc:subject>
  <dc:creator>Visionet Systems Inc.</dc:creator>
  <cp:lastModifiedBy>Asim Riaz</cp:lastModifiedBy>
  <cp:revision>136</cp:revision>
  <cp:lastPrinted>2015-11-12T22:10:51Z</cp:lastPrinted>
  <dcterms:created xsi:type="dcterms:W3CDTF">2013-11-18T10:31:58Z</dcterms:created>
  <dcterms:modified xsi:type="dcterms:W3CDTF">2026-01-24T03:34:25Z</dcterms:modified>
</cp:coreProperties>
</file>